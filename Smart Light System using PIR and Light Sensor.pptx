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Hanken Grotesk Medium"/>
      <p:regular r:id="rId24"/>
      <p:bold r:id="rId25"/>
      <p:italic r:id="rId26"/>
      <p:boldItalic r:id="rId27"/>
    </p:embeddedFont>
    <p:embeddedFont>
      <p:font typeface="Fredoka"/>
      <p:regular r:id="rId28"/>
      <p:bold r:id="rId29"/>
    </p:embeddedFont>
    <p:embeddedFont>
      <p:font typeface="Hanken Grotesk"/>
      <p:regular r:id="rId30"/>
      <p:bold r:id="rId31"/>
      <p:italic r:id="rId32"/>
      <p:boldItalic r:id="rId33"/>
    </p:embeddedFont>
    <p:embeddedFont>
      <p:font typeface="Hanken Grotesk SemiBold"/>
      <p:regular r:id="rId34"/>
      <p:bold r:id="rId35"/>
      <p:italic r:id="rId36"/>
      <p:boldItalic r:id="rId37"/>
    </p:embeddedFont>
    <p:embeddedFont>
      <p:font typeface="Inter"/>
      <p:regular r:id="rId38"/>
      <p:bold r:id="rId39"/>
      <p:italic r:id="rId40"/>
      <p:boldItalic r:id="rId41"/>
    </p:embeddedFont>
    <p:embeddedFont>
      <p:font typeface="Open Sans SemiBold"/>
      <p:regular r:id="rId42"/>
      <p:bold r:id="rId43"/>
      <p:italic r:id="rId44"/>
      <p:boldItalic r:id="rId45"/>
    </p:embeddedFont>
    <p:embeddedFont>
      <p:font typeface="Open Sans Medium"/>
      <p:regular r:id="rId46"/>
      <p:bold r:id="rId47"/>
      <p:italic r:id="rId48"/>
      <p:boldItalic r:id="rId49"/>
    </p:embeddedFont>
    <p:embeddedFont>
      <p:font typeface="Roboto Mono"/>
      <p:regular r:id="rId50"/>
      <p:bold r:id="rId51"/>
      <p:italic r:id="rId52"/>
      <p:boldItalic r:id="rId53"/>
    </p:embeddedFont>
    <p:embeddedFont>
      <p:font typeface="Open Sans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font" Target="fonts/HankenGroteskMedium-regular.fntdata"/><Relationship Id="rId25" Type="http://schemas.openxmlformats.org/officeDocument/2006/relationships/font" Target="fonts/HankenGroteskMedium-bold.fntdata"/><Relationship Id="rId26" Type="http://schemas.openxmlformats.org/officeDocument/2006/relationships/font" Target="fonts/HankenGroteskMedium-italic.fntdata"/><Relationship Id="rId27" Type="http://schemas.openxmlformats.org/officeDocument/2006/relationships/font" Target="fonts/HankenGroteskMedium-boldItalic.fntdata"/><Relationship Id="rId28" Type="http://schemas.openxmlformats.org/officeDocument/2006/relationships/font" Target="fonts/Fredoka-regular.fntdata"/><Relationship Id="rId29" Type="http://schemas.openxmlformats.org/officeDocument/2006/relationships/font" Target="fonts/Fredoka-bold.fntdata"/><Relationship Id="rId30" Type="http://schemas.openxmlformats.org/officeDocument/2006/relationships/font" Target="fonts/HankenGrotesk-regular.fntdata"/><Relationship Id="rId31" Type="http://schemas.openxmlformats.org/officeDocument/2006/relationships/font" Target="fonts/HankenGrotesk-bold.fntdata"/><Relationship Id="rId32" Type="http://schemas.openxmlformats.org/officeDocument/2006/relationships/font" Target="fonts/HankenGrotesk-italic.fntdata"/><Relationship Id="rId33" Type="http://schemas.openxmlformats.org/officeDocument/2006/relationships/font" Target="fonts/HankenGrotesk-boldItalic.fntdata"/><Relationship Id="rId34" Type="http://schemas.openxmlformats.org/officeDocument/2006/relationships/font" Target="fonts/HankenGroteskSemiBold-regular.fntdata"/><Relationship Id="rId35" Type="http://schemas.openxmlformats.org/officeDocument/2006/relationships/font" Target="fonts/HankenGroteskSemiBold-bold.fntdata"/><Relationship Id="rId36" Type="http://schemas.openxmlformats.org/officeDocument/2006/relationships/font" Target="fonts/HankenGroteskSemiBold-italic.fntdata"/><Relationship Id="rId37" Type="http://schemas.openxmlformats.org/officeDocument/2006/relationships/font" Target="fonts/HankenGroteskSemiBold-boldItalic.fntdata"/><Relationship Id="rId38" Type="http://schemas.openxmlformats.org/officeDocument/2006/relationships/font" Target="fonts/Inter-regular.fntdata"/><Relationship Id="rId39" Type="http://schemas.openxmlformats.org/officeDocument/2006/relationships/font" Target="fonts/Inter-bold.fntdata"/><Relationship Id="rId40" Type="http://schemas.openxmlformats.org/officeDocument/2006/relationships/font" Target="fonts/Inter-italic.fntdata"/><Relationship Id="rId41" Type="http://schemas.openxmlformats.org/officeDocument/2006/relationships/font" Target="fonts/Inter-boldItalic.fntdata"/><Relationship Id="rId42" Type="http://schemas.openxmlformats.org/officeDocument/2006/relationships/font" Target="fonts/OpenSansSemiBold-regular.fntdata"/><Relationship Id="rId43" Type="http://schemas.openxmlformats.org/officeDocument/2006/relationships/font" Target="fonts/OpenSansSemiBold-bold.fntdata"/><Relationship Id="rId44" Type="http://schemas.openxmlformats.org/officeDocument/2006/relationships/font" Target="fonts/OpenSansSemiBold-italic.fntdata"/><Relationship Id="rId45" Type="http://schemas.openxmlformats.org/officeDocument/2006/relationships/font" Target="fonts/OpenSansSemiBold-boldItalic.fntdata"/><Relationship Id="rId46" Type="http://schemas.openxmlformats.org/officeDocument/2006/relationships/font" Target="fonts/OpenSansMedium-regular.fntdata"/><Relationship Id="rId47" Type="http://schemas.openxmlformats.org/officeDocument/2006/relationships/font" Target="fonts/OpenSansMedium-bold.fntdata"/><Relationship Id="rId48" Type="http://schemas.openxmlformats.org/officeDocument/2006/relationships/font" Target="fonts/OpenSansMedium-italic.fntdata"/><Relationship Id="rId49" Type="http://schemas.openxmlformats.org/officeDocument/2006/relationships/font" Target="fonts/OpenSansMedium-boldItalic.fntdata"/><Relationship Id="rId50" Type="http://schemas.openxmlformats.org/officeDocument/2006/relationships/font" Target="fonts/RobotoMono-regular.fntdata"/><Relationship Id="rId51" Type="http://schemas.openxmlformats.org/officeDocument/2006/relationships/font" Target="fonts/RobotoMono-bold.fntdata"/><Relationship Id="rId52" Type="http://schemas.openxmlformats.org/officeDocument/2006/relationships/font" Target="fonts/RobotoMono-italic.fntdata"/><Relationship Id="rId53" Type="http://schemas.openxmlformats.org/officeDocument/2006/relationships/font" Target="fonts/RobotoMono-boldItalic.fntdata"/><Relationship Id="rId54" Type="http://schemas.openxmlformats.org/officeDocument/2006/relationships/font" Target="fonts/OpenSans-regular.fntdata"/><Relationship Id="rId55" Type="http://schemas.openxmlformats.org/officeDocument/2006/relationships/font" Target="fonts/OpenSans-bold.fntdata"/><Relationship Id="rId56" Type="http://schemas.openxmlformats.org/officeDocument/2006/relationships/font" Target="fonts/OpenSans-italic.fntdata"/><Relationship Id="rId57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SLIDES_API193701802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SLIDES_API19370180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SLIDES_API110964489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SLIDES_API110964489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SLIDES_API97290287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SLIDES_API97290287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72c9dc86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72c9dc86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SLIDES_API139330411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SLIDES_API13933041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72c9dc86b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72c9dc86b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SLIDES_API863891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SLIDES_API863891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72c9dc86b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72c9dc86b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SLIDES_API192943640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SLIDES_API192943640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SLIDES_API10973307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SLIDES_API10973307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72c9dc86b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72c9dc86b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72c9dc86b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72c9dc86b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2c9dc86b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72c9dc86b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72c9dc86b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72c9dc86b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72c9dc86b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72c9dc86b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SLIDES_API41034289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SLIDES_API41034289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SLIDES_API20530922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SLIDES_API20530922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SLIDES_API39268915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SLIDES_API39268915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 slide - v2">
  <p:cSld name="BLANK_4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6037850" y="1804550"/>
            <a:ext cx="2574000" cy="19284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3"/>
          <p:cNvSpPr/>
          <p:nvPr/>
        </p:nvSpPr>
        <p:spPr>
          <a:xfrm>
            <a:off x="3285000" y="1804550"/>
            <a:ext cx="2574000" cy="19284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532150" y="1804550"/>
            <a:ext cx="2574000" cy="19284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571500" y="571500"/>
            <a:ext cx="8079600" cy="554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00"/>
              <a:buFont typeface="Hanken Grotesk"/>
              <a:buNone/>
              <a:defRPr b="1" sz="2700">
                <a:solidFill>
                  <a:srgbClr val="3F3F3F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9pPr>
          </a:lstStyle>
          <a:p/>
        </p:txBody>
      </p:sp>
      <p:sp>
        <p:nvSpPr>
          <p:cNvPr id="15" name="Google Shape;15;p3"/>
          <p:cNvSpPr/>
          <p:nvPr>
            <p:ph idx="2" type="pic"/>
          </p:nvPr>
        </p:nvSpPr>
        <p:spPr>
          <a:xfrm>
            <a:off x="874638" y="1575938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Google Shape;16;p3"/>
          <p:cNvSpPr/>
          <p:nvPr>
            <p:ph idx="3" type="pic"/>
          </p:nvPr>
        </p:nvSpPr>
        <p:spPr>
          <a:xfrm>
            <a:off x="3611397" y="1575938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/>
          <p:nvPr>
            <p:ph idx="4" type="pic"/>
          </p:nvPr>
        </p:nvSpPr>
        <p:spPr>
          <a:xfrm>
            <a:off x="6348166" y="1575938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796025" y="3194304"/>
            <a:ext cx="19998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title"/>
          </p:nvPr>
        </p:nvSpPr>
        <p:spPr>
          <a:xfrm>
            <a:off x="796019" y="2870981"/>
            <a:ext cx="19998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body"/>
          </p:nvPr>
        </p:nvSpPr>
        <p:spPr>
          <a:xfrm>
            <a:off x="3532750" y="3194304"/>
            <a:ext cx="19998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7" type="title"/>
          </p:nvPr>
        </p:nvSpPr>
        <p:spPr>
          <a:xfrm>
            <a:off x="3532750" y="2870981"/>
            <a:ext cx="19998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8" type="body"/>
          </p:nvPr>
        </p:nvSpPr>
        <p:spPr>
          <a:xfrm>
            <a:off x="6269530" y="3194304"/>
            <a:ext cx="19998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9" type="title"/>
          </p:nvPr>
        </p:nvSpPr>
        <p:spPr>
          <a:xfrm>
            <a:off x="6269536" y="2870981"/>
            <a:ext cx="19998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4" name="Google Shape;24;p3"/>
          <p:cNvSpPr/>
          <p:nvPr/>
        </p:nvSpPr>
        <p:spPr>
          <a:xfrm>
            <a:off x="7366714" y="837880"/>
            <a:ext cx="327300" cy="3273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7896500" y="76200"/>
            <a:ext cx="1120500" cy="11205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2">
  <p:cSld name="BLANK_4_4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59650" y="1880750"/>
            <a:ext cx="1761300" cy="19284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571500" y="571500"/>
            <a:ext cx="8079600" cy="554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00"/>
              <a:buFont typeface="Hanken Grotesk"/>
              <a:buNone/>
              <a:defRPr b="1" sz="2700">
                <a:solidFill>
                  <a:srgbClr val="3F3F3F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9pPr>
          </a:lstStyle>
          <a:p/>
        </p:txBody>
      </p:sp>
      <p:sp>
        <p:nvSpPr>
          <p:cNvPr id="29" name="Google Shape;29;p4"/>
          <p:cNvSpPr/>
          <p:nvPr>
            <p:ph idx="2" type="pic"/>
          </p:nvPr>
        </p:nvSpPr>
        <p:spPr>
          <a:xfrm>
            <a:off x="880038" y="1652138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656104" y="3270499"/>
            <a:ext cx="15684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 algn="ctr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3" type="title"/>
          </p:nvPr>
        </p:nvSpPr>
        <p:spPr>
          <a:xfrm>
            <a:off x="656099" y="2947175"/>
            <a:ext cx="15684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2" name="Google Shape;32;p4"/>
          <p:cNvSpPr/>
          <p:nvPr/>
        </p:nvSpPr>
        <p:spPr>
          <a:xfrm>
            <a:off x="7366714" y="837880"/>
            <a:ext cx="327300" cy="3273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7896500" y="76200"/>
            <a:ext cx="1120500" cy="11205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2647450" y="1880750"/>
            <a:ext cx="1761300" cy="19284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>
            <p:ph idx="4" type="pic"/>
          </p:nvPr>
        </p:nvSpPr>
        <p:spPr>
          <a:xfrm>
            <a:off x="2967838" y="1652138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4"/>
          <p:cNvSpPr txBox="1"/>
          <p:nvPr>
            <p:ph idx="5" type="body"/>
          </p:nvPr>
        </p:nvSpPr>
        <p:spPr>
          <a:xfrm>
            <a:off x="2743904" y="3270499"/>
            <a:ext cx="15684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 algn="ctr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6" type="title"/>
          </p:nvPr>
        </p:nvSpPr>
        <p:spPr>
          <a:xfrm>
            <a:off x="2743899" y="2947175"/>
            <a:ext cx="15684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8" name="Google Shape;38;p4"/>
          <p:cNvSpPr/>
          <p:nvPr/>
        </p:nvSpPr>
        <p:spPr>
          <a:xfrm>
            <a:off x="4735250" y="1880750"/>
            <a:ext cx="1761300" cy="19284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>
            <p:ph idx="7" type="pic"/>
          </p:nvPr>
        </p:nvSpPr>
        <p:spPr>
          <a:xfrm>
            <a:off x="5055638" y="1652138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4"/>
          <p:cNvSpPr txBox="1"/>
          <p:nvPr>
            <p:ph idx="8" type="body"/>
          </p:nvPr>
        </p:nvSpPr>
        <p:spPr>
          <a:xfrm>
            <a:off x="4831704" y="3270499"/>
            <a:ext cx="15684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 algn="ctr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9" type="title"/>
          </p:nvPr>
        </p:nvSpPr>
        <p:spPr>
          <a:xfrm>
            <a:off x="4831699" y="2947175"/>
            <a:ext cx="15684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2" name="Google Shape;42;p4"/>
          <p:cNvSpPr/>
          <p:nvPr/>
        </p:nvSpPr>
        <p:spPr>
          <a:xfrm>
            <a:off x="6823050" y="1880750"/>
            <a:ext cx="1761300" cy="19284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>
            <p:ph idx="13" type="pic"/>
          </p:nvPr>
        </p:nvSpPr>
        <p:spPr>
          <a:xfrm>
            <a:off x="7143438" y="1652138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4"/>
          <p:cNvSpPr txBox="1"/>
          <p:nvPr>
            <p:ph idx="14" type="body"/>
          </p:nvPr>
        </p:nvSpPr>
        <p:spPr>
          <a:xfrm>
            <a:off x="6919504" y="3270499"/>
            <a:ext cx="15684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 algn="ctr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5" type="title"/>
          </p:nvPr>
        </p:nvSpPr>
        <p:spPr>
          <a:xfrm>
            <a:off x="6919499" y="2947175"/>
            <a:ext cx="15684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slide - v1">
  <p:cSld name="BLANK_4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/>
          <p:nvPr>
            <p:ph type="title"/>
          </p:nvPr>
        </p:nvSpPr>
        <p:spPr>
          <a:xfrm>
            <a:off x="571500" y="571500"/>
            <a:ext cx="8079600" cy="554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00"/>
              <a:buFont typeface="Hanken Grotesk"/>
              <a:buNone/>
              <a:defRPr b="1" sz="2700">
                <a:solidFill>
                  <a:srgbClr val="3F3F3F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9pPr>
          </a:lstStyle>
          <a:p/>
        </p:txBody>
      </p:sp>
      <p:sp>
        <p:nvSpPr>
          <p:cNvPr id="48" name="Google Shape;48;p5"/>
          <p:cNvSpPr/>
          <p:nvPr/>
        </p:nvSpPr>
        <p:spPr>
          <a:xfrm>
            <a:off x="7366714" y="837880"/>
            <a:ext cx="327300" cy="3273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7896500" y="76200"/>
            <a:ext cx="1120500" cy="11205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6037850" y="1804550"/>
            <a:ext cx="2574000" cy="19284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3285000" y="1804550"/>
            <a:ext cx="2574000" cy="19284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532150" y="1804550"/>
            <a:ext cx="2574000" cy="19284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>
            <p:ph idx="2" type="pic"/>
          </p:nvPr>
        </p:nvSpPr>
        <p:spPr>
          <a:xfrm>
            <a:off x="1258888" y="1575938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5"/>
          <p:cNvSpPr/>
          <p:nvPr>
            <p:ph idx="3" type="pic"/>
          </p:nvPr>
        </p:nvSpPr>
        <p:spPr>
          <a:xfrm>
            <a:off x="3972397" y="1575938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5"/>
          <p:cNvSpPr/>
          <p:nvPr>
            <p:ph idx="4" type="pic"/>
          </p:nvPr>
        </p:nvSpPr>
        <p:spPr>
          <a:xfrm>
            <a:off x="6764591" y="1561588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5"/>
          <p:cNvSpPr txBox="1"/>
          <p:nvPr>
            <p:ph idx="1" type="body"/>
          </p:nvPr>
        </p:nvSpPr>
        <p:spPr>
          <a:xfrm>
            <a:off x="796025" y="3194304"/>
            <a:ext cx="19998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 algn="ctr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5" type="title"/>
          </p:nvPr>
        </p:nvSpPr>
        <p:spPr>
          <a:xfrm>
            <a:off x="796019" y="2870981"/>
            <a:ext cx="19998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6" type="body"/>
          </p:nvPr>
        </p:nvSpPr>
        <p:spPr>
          <a:xfrm>
            <a:off x="3532750" y="3194304"/>
            <a:ext cx="19998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 algn="ctr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7" type="title"/>
          </p:nvPr>
        </p:nvSpPr>
        <p:spPr>
          <a:xfrm>
            <a:off x="3532750" y="2870981"/>
            <a:ext cx="19998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8" type="body"/>
          </p:nvPr>
        </p:nvSpPr>
        <p:spPr>
          <a:xfrm>
            <a:off x="6269530" y="3194304"/>
            <a:ext cx="19998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 algn="ctr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9" type="title"/>
          </p:nvPr>
        </p:nvSpPr>
        <p:spPr>
          <a:xfrm>
            <a:off x="6269536" y="2870981"/>
            <a:ext cx="19998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3">
  <p:cSld name="BLANK_4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888250" y="1995725"/>
            <a:ext cx="3401700" cy="17373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 txBox="1"/>
          <p:nvPr>
            <p:ph type="title"/>
          </p:nvPr>
        </p:nvSpPr>
        <p:spPr>
          <a:xfrm>
            <a:off x="571500" y="571500"/>
            <a:ext cx="8079600" cy="554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00"/>
              <a:buFont typeface="Hanken Grotesk"/>
              <a:buNone/>
              <a:defRPr b="1" sz="2700">
                <a:solidFill>
                  <a:srgbClr val="3F3F3F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9pPr>
          </a:lstStyle>
          <a:p/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532138" y="2304113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6"/>
          <p:cNvSpPr txBox="1"/>
          <p:nvPr>
            <p:ph idx="1" type="body"/>
          </p:nvPr>
        </p:nvSpPr>
        <p:spPr>
          <a:xfrm>
            <a:off x="1941308" y="2947290"/>
            <a:ext cx="20766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3" type="title"/>
          </p:nvPr>
        </p:nvSpPr>
        <p:spPr>
          <a:xfrm>
            <a:off x="1941301" y="2547775"/>
            <a:ext cx="20766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8" name="Google Shape;68;p6"/>
          <p:cNvSpPr/>
          <p:nvPr/>
        </p:nvSpPr>
        <p:spPr>
          <a:xfrm>
            <a:off x="7366714" y="837880"/>
            <a:ext cx="327300" cy="3273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7896500" y="76200"/>
            <a:ext cx="1120500" cy="11205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5122800" y="1995725"/>
            <a:ext cx="3401700" cy="17373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>
            <p:ph idx="4" type="pic"/>
          </p:nvPr>
        </p:nvSpPr>
        <p:spPr>
          <a:xfrm>
            <a:off x="4766688" y="2304113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6"/>
          <p:cNvSpPr txBox="1"/>
          <p:nvPr>
            <p:ph idx="5" type="body"/>
          </p:nvPr>
        </p:nvSpPr>
        <p:spPr>
          <a:xfrm>
            <a:off x="6175858" y="2947290"/>
            <a:ext cx="20766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6" type="title"/>
          </p:nvPr>
        </p:nvSpPr>
        <p:spPr>
          <a:xfrm>
            <a:off x="6175851" y="2547775"/>
            <a:ext cx="20766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2">
  <p:cSld name="BLANK_4_2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888250" y="2304275"/>
            <a:ext cx="3401700" cy="11205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571500" y="571500"/>
            <a:ext cx="8079600" cy="554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00"/>
              <a:buFont typeface="Hanken Grotesk"/>
              <a:buNone/>
              <a:defRPr b="1" sz="2700">
                <a:solidFill>
                  <a:srgbClr val="3F3F3F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9pPr>
          </a:lstStyle>
          <a:p/>
        </p:txBody>
      </p:sp>
      <p:sp>
        <p:nvSpPr>
          <p:cNvPr id="77" name="Google Shape;77;p7"/>
          <p:cNvSpPr/>
          <p:nvPr>
            <p:ph idx="2" type="pic"/>
          </p:nvPr>
        </p:nvSpPr>
        <p:spPr>
          <a:xfrm>
            <a:off x="532138" y="2304113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7"/>
          <p:cNvSpPr txBox="1"/>
          <p:nvPr>
            <p:ph idx="1" type="body"/>
          </p:nvPr>
        </p:nvSpPr>
        <p:spPr>
          <a:xfrm>
            <a:off x="1941308" y="2871090"/>
            <a:ext cx="20766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title"/>
          </p:nvPr>
        </p:nvSpPr>
        <p:spPr>
          <a:xfrm>
            <a:off x="1941301" y="2547775"/>
            <a:ext cx="20766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0" name="Google Shape;80;p7"/>
          <p:cNvSpPr/>
          <p:nvPr/>
        </p:nvSpPr>
        <p:spPr>
          <a:xfrm>
            <a:off x="7366714" y="837880"/>
            <a:ext cx="327300" cy="3273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7896500" y="76200"/>
            <a:ext cx="1120500" cy="11205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4233550" y="2304125"/>
            <a:ext cx="56400" cy="11205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5249400" y="2304200"/>
            <a:ext cx="3401700" cy="11205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>
            <p:ph idx="4" type="pic"/>
          </p:nvPr>
        </p:nvSpPr>
        <p:spPr>
          <a:xfrm>
            <a:off x="4893288" y="2304038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7"/>
          <p:cNvSpPr txBox="1"/>
          <p:nvPr>
            <p:ph idx="5" type="body"/>
          </p:nvPr>
        </p:nvSpPr>
        <p:spPr>
          <a:xfrm>
            <a:off x="6302458" y="2871015"/>
            <a:ext cx="20766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6" type="title"/>
          </p:nvPr>
        </p:nvSpPr>
        <p:spPr>
          <a:xfrm>
            <a:off x="6302451" y="2547700"/>
            <a:ext cx="20766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7" name="Google Shape;87;p7"/>
          <p:cNvSpPr/>
          <p:nvPr/>
        </p:nvSpPr>
        <p:spPr>
          <a:xfrm>
            <a:off x="8594700" y="2304050"/>
            <a:ext cx="56400" cy="11205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3">
  <p:cSld name="BLANK_4_2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/>
          <p:nvPr/>
        </p:nvSpPr>
        <p:spPr>
          <a:xfrm>
            <a:off x="888250" y="1503775"/>
            <a:ext cx="3401700" cy="11205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"/>
          <p:cNvSpPr txBox="1"/>
          <p:nvPr>
            <p:ph type="title"/>
          </p:nvPr>
        </p:nvSpPr>
        <p:spPr>
          <a:xfrm>
            <a:off x="532150" y="571500"/>
            <a:ext cx="8118900" cy="554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00"/>
              <a:buFont typeface="Hanken Grotesk"/>
              <a:buNone/>
              <a:defRPr b="1" sz="2700">
                <a:solidFill>
                  <a:srgbClr val="3F3F3F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9pPr>
          </a:lstStyle>
          <a:p/>
        </p:txBody>
      </p:sp>
      <p:sp>
        <p:nvSpPr>
          <p:cNvPr id="91" name="Google Shape;91;p8"/>
          <p:cNvSpPr/>
          <p:nvPr>
            <p:ph idx="2" type="pic"/>
          </p:nvPr>
        </p:nvSpPr>
        <p:spPr>
          <a:xfrm>
            <a:off x="532138" y="1503613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8"/>
          <p:cNvSpPr txBox="1"/>
          <p:nvPr>
            <p:ph idx="1" type="body"/>
          </p:nvPr>
        </p:nvSpPr>
        <p:spPr>
          <a:xfrm>
            <a:off x="1941308" y="2070590"/>
            <a:ext cx="20766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3" type="title"/>
          </p:nvPr>
        </p:nvSpPr>
        <p:spPr>
          <a:xfrm>
            <a:off x="1941301" y="1747275"/>
            <a:ext cx="20766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4" name="Google Shape;94;p8"/>
          <p:cNvSpPr/>
          <p:nvPr/>
        </p:nvSpPr>
        <p:spPr>
          <a:xfrm>
            <a:off x="7366714" y="837880"/>
            <a:ext cx="327300" cy="3273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7896500" y="76200"/>
            <a:ext cx="1120500" cy="11205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4233550" y="1503625"/>
            <a:ext cx="56400" cy="11205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5249400" y="1503700"/>
            <a:ext cx="3401700" cy="11205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>
            <p:ph idx="4" type="pic"/>
          </p:nvPr>
        </p:nvSpPr>
        <p:spPr>
          <a:xfrm>
            <a:off x="4893288" y="1503538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8"/>
          <p:cNvSpPr txBox="1"/>
          <p:nvPr>
            <p:ph idx="5" type="body"/>
          </p:nvPr>
        </p:nvSpPr>
        <p:spPr>
          <a:xfrm>
            <a:off x="6302458" y="2070515"/>
            <a:ext cx="20766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6" type="title"/>
          </p:nvPr>
        </p:nvSpPr>
        <p:spPr>
          <a:xfrm>
            <a:off x="6302451" y="1747200"/>
            <a:ext cx="20766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1" name="Google Shape;101;p8"/>
          <p:cNvSpPr/>
          <p:nvPr/>
        </p:nvSpPr>
        <p:spPr>
          <a:xfrm>
            <a:off x="8594700" y="1503550"/>
            <a:ext cx="56400" cy="11205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907925" y="3002675"/>
            <a:ext cx="3401700" cy="11205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>
            <p:ph idx="7" type="pic"/>
          </p:nvPr>
        </p:nvSpPr>
        <p:spPr>
          <a:xfrm>
            <a:off x="551813" y="3002513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8"/>
          <p:cNvSpPr txBox="1"/>
          <p:nvPr>
            <p:ph idx="8" type="body"/>
          </p:nvPr>
        </p:nvSpPr>
        <p:spPr>
          <a:xfrm>
            <a:off x="1960983" y="3569490"/>
            <a:ext cx="20766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05" name="Google Shape;105;p8"/>
          <p:cNvSpPr txBox="1"/>
          <p:nvPr>
            <p:ph idx="9" type="title"/>
          </p:nvPr>
        </p:nvSpPr>
        <p:spPr>
          <a:xfrm>
            <a:off x="1960976" y="3246175"/>
            <a:ext cx="20766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6" name="Google Shape;106;p8"/>
          <p:cNvSpPr/>
          <p:nvPr/>
        </p:nvSpPr>
        <p:spPr>
          <a:xfrm>
            <a:off x="4253225" y="3002525"/>
            <a:ext cx="56400" cy="11205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5269075" y="3002600"/>
            <a:ext cx="3401700" cy="11205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/>
          <p:nvPr>
            <p:ph idx="13" type="pic"/>
          </p:nvPr>
        </p:nvSpPr>
        <p:spPr>
          <a:xfrm>
            <a:off x="4912963" y="3002438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8"/>
          <p:cNvSpPr txBox="1"/>
          <p:nvPr>
            <p:ph idx="14" type="body"/>
          </p:nvPr>
        </p:nvSpPr>
        <p:spPr>
          <a:xfrm>
            <a:off x="6322133" y="3569415"/>
            <a:ext cx="20766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10" name="Google Shape;110;p8"/>
          <p:cNvSpPr txBox="1"/>
          <p:nvPr>
            <p:ph idx="15" type="title"/>
          </p:nvPr>
        </p:nvSpPr>
        <p:spPr>
          <a:xfrm>
            <a:off x="6322126" y="3246100"/>
            <a:ext cx="20766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1" name="Google Shape;111;p8"/>
          <p:cNvSpPr/>
          <p:nvPr/>
        </p:nvSpPr>
        <p:spPr>
          <a:xfrm>
            <a:off x="8614375" y="3002450"/>
            <a:ext cx="56400" cy="11205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 slide - v3">
  <p:cSld name="BLANK_4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/>
          <p:nvPr/>
        </p:nvSpPr>
        <p:spPr>
          <a:xfrm rot="5400000">
            <a:off x="4521538" y="-275200"/>
            <a:ext cx="99900" cy="80787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532263" y="1804550"/>
            <a:ext cx="8079600" cy="19167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 txBox="1"/>
          <p:nvPr>
            <p:ph type="title"/>
          </p:nvPr>
        </p:nvSpPr>
        <p:spPr>
          <a:xfrm>
            <a:off x="571500" y="571500"/>
            <a:ext cx="8079600" cy="554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00"/>
              <a:buFont typeface="Hanken Grotesk"/>
              <a:buNone/>
              <a:defRPr b="1" sz="2700">
                <a:solidFill>
                  <a:srgbClr val="3F3F3F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>
                <a:solidFill>
                  <a:srgbClr val="3F3F3F"/>
                </a:solidFill>
              </a:defRPr>
            </a:lvl9pPr>
          </a:lstStyle>
          <a:p/>
        </p:txBody>
      </p:sp>
      <p:sp>
        <p:nvSpPr>
          <p:cNvPr id="116" name="Google Shape;116;p9"/>
          <p:cNvSpPr/>
          <p:nvPr>
            <p:ph idx="2" type="pic"/>
          </p:nvPr>
        </p:nvSpPr>
        <p:spPr>
          <a:xfrm>
            <a:off x="874738" y="1575938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9"/>
          <p:cNvSpPr/>
          <p:nvPr>
            <p:ph idx="3" type="pic"/>
          </p:nvPr>
        </p:nvSpPr>
        <p:spPr>
          <a:xfrm>
            <a:off x="3611497" y="1575938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9"/>
          <p:cNvSpPr/>
          <p:nvPr>
            <p:ph idx="4" type="pic"/>
          </p:nvPr>
        </p:nvSpPr>
        <p:spPr>
          <a:xfrm>
            <a:off x="6348266" y="1575938"/>
            <a:ext cx="1120500" cy="1120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9"/>
          <p:cNvSpPr txBox="1"/>
          <p:nvPr>
            <p:ph idx="1" type="body"/>
          </p:nvPr>
        </p:nvSpPr>
        <p:spPr>
          <a:xfrm>
            <a:off x="796125" y="3118104"/>
            <a:ext cx="19998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0" name="Google Shape;120;p9"/>
          <p:cNvSpPr txBox="1"/>
          <p:nvPr>
            <p:ph idx="5" type="title"/>
          </p:nvPr>
        </p:nvSpPr>
        <p:spPr>
          <a:xfrm>
            <a:off x="796119" y="2870981"/>
            <a:ext cx="19998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1" name="Google Shape;121;p9"/>
          <p:cNvSpPr txBox="1"/>
          <p:nvPr>
            <p:ph idx="6" type="body"/>
          </p:nvPr>
        </p:nvSpPr>
        <p:spPr>
          <a:xfrm>
            <a:off x="3532850" y="3118104"/>
            <a:ext cx="19998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2" name="Google Shape;122;p9"/>
          <p:cNvSpPr txBox="1"/>
          <p:nvPr>
            <p:ph idx="7" type="title"/>
          </p:nvPr>
        </p:nvSpPr>
        <p:spPr>
          <a:xfrm>
            <a:off x="3532850" y="2870981"/>
            <a:ext cx="19998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3" name="Google Shape;123;p9"/>
          <p:cNvSpPr txBox="1"/>
          <p:nvPr>
            <p:ph idx="8" type="body"/>
          </p:nvPr>
        </p:nvSpPr>
        <p:spPr>
          <a:xfrm>
            <a:off x="6269630" y="3118104"/>
            <a:ext cx="1999800" cy="38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4" name="Google Shape;124;p9"/>
          <p:cNvSpPr txBox="1"/>
          <p:nvPr>
            <p:ph idx="9" type="title"/>
          </p:nvPr>
        </p:nvSpPr>
        <p:spPr>
          <a:xfrm>
            <a:off x="6269636" y="2870981"/>
            <a:ext cx="19998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5" name="Google Shape;125;p9"/>
          <p:cNvSpPr/>
          <p:nvPr/>
        </p:nvSpPr>
        <p:spPr>
          <a:xfrm>
            <a:off x="7366714" y="837880"/>
            <a:ext cx="327300" cy="3273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7896500" y="76200"/>
            <a:ext cx="1120500" cy="11205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n image and 4 bullets">
  <p:cSld name="BLANK_3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/>
          <p:nvPr/>
        </p:nvSpPr>
        <p:spPr>
          <a:xfrm>
            <a:off x="5138125" y="2908075"/>
            <a:ext cx="2701800" cy="27018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"/>
          <p:cNvSpPr txBox="1"/>
          <p:nvPr>
            <p:ph type="title"/>
          </p:nvPr>
        </p:nvSpPr>
        <p:spPr>
          <a:xfrm>
            <a:off x="571500" y="571500"/>
            <a:ext cx="5115900" cy="554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Font typeface="Hanken Grotesk"/>
              <a:buNone/>
              <a:defRPr b="1" sz="27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0" name="Google Shape;130;p10"/>
          <p:cNvSpPr txBox="1"/>
          <p:nvPr>
            <p:ph idx="1" type="subTitle"/>
          </p:nvPr>
        </p:nvSpPr>
        <p:spPr>
          <a:xfrm>
            <a:off x="571500" y="1415288"/>
            <a:ext cx="5115900" cy="609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31" name="Google Shape;131;p10"/>
          <p:cNvSpPr txBox="1"/>
          <p:nvPr>
            <p:ph idx="2" type="body"/>
          </p:nvPr>
        </p:nvSpPr>
        <p:spPr>
          <a:xfrm>
            <a:off x="1147744" y="2539538"/>
            <a:ext cx="1798200" cy="775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32" name="Google Shape;132;p10"/>
          <p:cNvSpPr txBox="1"/>
          <p:nvPr>
            <p:ph idx="3" type="title"/>
          </p:nvPr>
        </p:nvSpPr>
        <p:spPr>
          <a:xfrm>
            <a:off x="1147744" y="2250075"/>
            <a:ext cx="17982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3" name="Google Shape;133;p10"/>
          <p:cNvSpPr txBox="1"/>
          <p:nvPr>
            <p:ph idx="4" type="body"/>
          </p:nvPr>
        </p:nvSpPr>
        <p:spPr>
          <a:xfrm>
            <a:off x="3825038" y="2539538"/>
            <a:ext cx="1798200" cy="775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5" type="title"/>
          </p:nvPr>
        </p:nvSpPr>
        <p:spPr>
          <a:xfrm>
            <a:off x="3825038" y="2250075"/>
            <a:ext cx="17982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6" type="body"/>
          </p:nvPr>
        </p:nvSpPr>
        <p:spPr>
          <a:xfrm>
            <a:off x="1147744" y="3796200"/>
            <a:ext cx="1798200" cy="775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36" name="Google Shape;136;p10"/>
          <p:cNvSpPr txBox="1"/>
          <p:nvPr>
            <p:ph idx="7" type="title"/>
          </p:nvPr>
        </p:nvSpPr>
        <p:spPr>
          <a:xfrm>
            <a:off x="1147744" y="3506738"/>
            <a:ext cx="17982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7" name="Google Shape;137;p10"/>
          <p:cNvSpPr txBox="1"/>
          <p:nvPr>
            <p:ph idx="8" type="body"/>
          </p:nvPr>
        </p:nvSpPr>
        <p:spPr>
          <a:xfrm>
            <a:off x="3825038" y="3796200"/>
            <a:ext cx="1798200" cy="775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38" name="Google Shape;138;p10"/>
          <p:cNvSpPr txBox="1"/>
          <p:nvPr>
            <p:ph idx="9" type="title"/>
          </p:nvPr>
        </p:nvSpPr>
        <p:spPr>
          <a:xfrm>
            <a:off x="3825038" y="3506738"/>
            <a:ext cx="17982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9" name="Google Shape;139;p10"/>
          <p:cNvSpPr/>
          <p:nvPr>
            <p:ph idx="13" type="pic"/>
          </p:nvPr>
        </p:nvSpPr>
        <p:spPr>
          <a:xfrm>
            <a:off x="6272213" y="571500"/>
            <a:ext cx="2300400" cy="40005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10"/>
          <p:cNvSpPr/>
          <p:nvPr/>
        </p:nvSpPr>
        <p:spPr>
          <a:xfrm>
            <a:off x="571500" y="2314600"/>
            <a:ext cx="420900" cy="2250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01</a:t>
            </a:r>
            <a:endParaRPr b="1" sz="9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3320325" y="2314600"/>
            <a:ext cx="420900" cy="2250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02</a:t>
            </a:r>
            <a:endParaRPr b="1" sz="9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571500" y="3555950"/>
            <a:ext cx="420900" cy="2250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03</a:t>
            </a:r>
            <a:endParaRPr b="1" sz="9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3320325" y="3555950"/>
            <a:ext cx="420900" cy="2250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04</a:t>
            </a:r>
            <a:endParaRPr b="1" sz="9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2">
  <p:cSld name="BLANK_2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/>
          <p:nvPr/>
        </p:nvSpPr>
        <p:spPr>
          <a:xfrm>
            <a:off x="5069925" y="2131775"/>
            <a:ext cx="4074000" cy="24402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11"/>
          <p:cNvSpPr txBox="1"/>
          <p:nvPr>
            <p:ph type="title"/>
          </p:nvPr>
        </p:nvSpPr>
        <p:spPr>
          <a:xfrm>
            <a:off x="5800725" y="571500"/>
            <a:ext cx="2771700" cy="10320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Font typeface="Hanken Grotesk"/>
              <a:buNone/>
              <a:defRPr b="1" sz="27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7" name="Google Shape;147;p11"/>
          <p:cNvSpPr txBox="1"/>
          <p:nvPr>
            <p:ph idx="1" type="body"/>
          </p:nvPr>
        </p:nvSpPr>
        <p:spPr>
          <a:xfrm>
            <a:off x="5800819" y="2661863"/>
            <a:ext cx="2771700" cy="1664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2" type="title"/>
          </p:nvPr>
        </p:nvSpPr>
        <p:spPr>
          <a:xfrm>
            <a:off x="5800819" y="2295675"/>
            <a:ext cx="2771700" cy="32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Hanken Grotesk"/>
              <a:buNone/>
              <a:defRPr b="1" sz="12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9" name="Google Shape;149;p11"/>
          <p:cNvSpPr/>
          <p:nvPr>
            <p:ph idx="3" type="pic"/>
          </p:nvPr>
        </p:nvSpPr>
        <p:spPr>
          <a:xfrm>
            <a:off x="571500" y="571500"/>
            <a:ext cx="4572000" cy="45720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11"/>
          <p:cNvSpPr/>
          <p:nvPr/>
        </p:nvSpPr>
        <p:spPr>
          <a:xfrm>
            <a:off x="8431525" y="207305"/>
            <a:ext cx="556800" cy="5568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1">
  <p:cSld name="BLANK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 txBox="1"/>
          <p:nvPr>
            <p:ph type="title"/>
          </p:nvPr>
        </p:nvSpPr>
        <p:spPr>
          <a:xfrm>
            <a:off x="571500" y="571500"/>
            <a:ext cx="4354200" cy="554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Font typeface="Hanken Grotesk"/>
              <a:buNone/>
              <a:defRPr b="1" sz="27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53" name="Google Shape;153;p12"/>
          <p:cNvSpPr txBox="1"/>
          <p:nvPr>
            <p:ph idx="1" type="subTitle"/>
          </p:nvPr>
        </p:nvSpPr>
        <p:spPr>
          <a:xfrm>
            <a:off x="1225369" y="1415288"/>
            <a:ext cx="3700500" cy="14985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54" name="Google Shape;154;p12"/>
          <p:cNvSpPr txBox="1"/>
          <p:nvPr>
            <p:ph idx="2" type="subTitle"/>
          </p:nvPr>
        </p:nvSpPr>
        <p:spPr>
          <a:xfrm>
            <a:off x="1225369" y="3073500"/>
            <a:ext cx="3700500" cy="14985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55" name="Google Shape;155;p12"/>
          <p:cNvSpPr txBox="1"/>
          <p:nvPr>
            <p:ph idx="3" type="title"/>
          </p:nvPr>
        </p:nvSpPr>
        <p:spPr>
          <a:xfrm>
            <a:off x="6951919" y="1785994"/>
            <a:ext cx="1620600" cy="4155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Hanken Grotesk"/>
              <a:buNone/>
              <a:defRPr b="1" sz="1800">
                <a:solidFill>
                  <a:schemeClr val="accent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56" name="Google Shape;156;p12"/>
          <p:cNvSpPr txBox="1"/>
          <p:nvPr>
            <p:ph idx="4" type="body"/>
          </p:nvPr>
        </p:nvSpPr>
        <p:spPr>
          <a:xfrm>
            <a:off x="5759419" y="2282269"/>
            <a:ext cx="2813100" cy="20040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85750" lvl="0" marL="457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85750" lvl="2" marL="1371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5750" lvl="5" marL="27432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85750" lvl="6" marL="32004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●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85750" lvl="7" marL="3657600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Char char="○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85750" lvl="8" marL="4114800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Char char="■"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57" name="Google Shape;157;p12"/>
          <p:cNvSpPr/>
          <p:nvPr>
            <p:ph idx="5" type="pic"/>
          </p:nvPr>
        </p:nvSpPr>
        <p:spPr>
          <a:xfrm>
            <a:off x="5939494" y="1353038"/>
            <a:ext cx="848400" cy="8484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12"/>
          <p:cNvSpPr/>
          <p:nvPr/>
        </p:nvSpPr>
        <p:spPr>
          <a:xfrm>
            <a:off x="83550" y="83555"/>
            <a:ext cx="556800" cy="5568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"/>
          <p:cNvSpPr/>
          <p:nvPr/>
        </p:nvSpPr>
        <p:spPr>
          <a:xfrm>
            <a:off x="640350" y="1453924"/>
            <a:ext cx="420900" cy="2250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01</a:t>
            </a:r>
            <a:endParaRPr b="1" sz="9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640350" y="3096451"/>
            <a:ext cx="420900" cy="2250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02</a:t>
            </a:r>
            <a:endParaRPr b="1" sz="9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 showMasterSp="0">
  <p:cSld name="1_Empt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/>
          <p:nvPr>
            <p:ph type="title"/>
          </p:nvPr>
        </p:nvSpPr>
        <p:spPr>
          <a:xfrm>
            <a:off x="571500" y="1396819"/>
            <a:ext cx="5358300" cy="1246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Hanken Grotesk"/>
              <a:buNone/>
              <a:defRPr b="1" sz="3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3" name="Google Shape;163;p13"/>
          <p:cNvSpPr txBox="1"/>
          <p:nvPr>
            <p:ph idx="1" type="subTitle"/>
          </p:nvPr>
        </p:nvSpPr>
        <p:spPr>
          <a:xfrm>
            <a:off x="571463" y="3303469"/>
            <a:ext cx="5358300" cy="44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434343"/>
              </a:buClr>
              <a:buSzPts val="900"/>
              <a:buFont typeface="Open Sans"/>
              <a:buNone/>
              <a:defRPr sz="900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64" name="Google Shape;164;p13"/>
          <p:cNvSpPr/>
          <p:nvPr/>
        </p:nvSpPr>
        <p:spPr>
          <a:xfrm>
            <a:off x="6793238" y="3559249"/>
            <a:ext cx="2046000" cy="20460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"/>
          <p:cNvSpPr/>
          <p:nvPr/>
        </p:nvSpPr>
        <p:spPr>
          <a:xfrm>
            <a:off x="6677700" y="2883380"/>
            <a:ext cx="556800" cy="5568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"/>
          <p:cNvSpPr/>
          <p:nvPr/>
        </p:nvSpPr>
        <p:spPr>
          <a:xfrm>
            <a:off x="7801676" y="285750"/>
            <a:ext cx="1037400" cy="10374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2 - Image">
  <p:cSld name="TITLE_AND_BODY_1_3_1_2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type="title"/>
          </p:nvPr>
        </p:nvSpPr>
        <p:spPr>
          <a:xfrm>
            <a:off x="566250" y="445025"/>
            <a:ext cx="4093500" cy="500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9" name="Google Shape;169;p14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0" name="Google Shape;170;p14"/>
          <p:cNvSpPr txBox="1"/>
          <p:nvPr>
            <p:ph idx="1" type="body"/>
          </p:nvPr>
        </p:nvSpPr>
        <p:spPr>
          <a:xfrm>
            <a:off x="566250" y="1382725"/>
            <a:ext cx="3986700" cy="32805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9pPr>
          </a:lstStyle>
          <a:p/>
        </p:txBody>
      </p:sp>
      <p:sp>
        <p:nvSpPr>
          <p:cNvPr id="171" name="Google Shape;171;p14"/>
          <p:cNvSpPr/>
          <p:nvPr/>
        </p:nvSpPr>
        <p:spPr>
          <a:xfrm>
            <a:off x="5138125" y="2908075"/>
            <a:ext cx="2701800" cy="27018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"/>
          <p:cNvSpPr/>
          <p:nvPr>
            <p:ph idx="2" type="pic"/>
          </p:nvPr>
        </p:nvSpPr>
        <p:spPr>
          <a:xfrm>
            <a:off x="5870827" y="571500"/>
            <a:ext cx="2701800" cy="400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1">
  <p:cSld name="CUSTOM_16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/>
          <p:nvPr>
            <p:ph type="title"/>
          </p:nvPr>
        </p:nvSpPr>
        <p:spPr>
          <a:xfrm>
            <a:off x="283950" y="2425500"/>
            <a:ext cx="3521700" cy="428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5" name="Google Shape;175;p15"/>
          <p:cNvSpPr/>
          <p:nvPr>
            <p:ph idx="2" type="pic"/>
          </p:nvPr>
        </p:nvSpPr>
        <p:spPr>
          <a:xfrm>
            <a:off x="283950" y="263200"/>
            <a:ext cx="8576100" cy="16929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15"/>
          <p:cNvSpPr txBox="1"/>
          <p:nvPr>
            <p:ph idx="1" type="body"/>
          </p:nvPr>
        </p:nvSpPr>
        <p:spPr>
          <a:xfrm>
            <a:off x="4362375" y="2838575"/>
            <a:ext cx="4230000" cy="428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7" name="Google Shape;177;p15"/>
          <p:cNvSpPr txBox="1"/>
          <p:nvPr>
            <p:ph idx="3" type="body"/>
          </p:nvPr>
        </p:nvSpPr>
        <p:spPr>
          <a:xfrm>
            <a:off x="4347675" y="3667225"/>
            <a:ext cx="4230000" cy="428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8" name="Google Shape;178;p15"/>
          <p:cNvSpPr txBox="1"/>
          <p:nvPr>
            <p:ph idx="4" type="body"/>
          </p:nvPr>
        </p:nvSpPr>
        <p:spPr>
          <a:xfrm>
            <a:off x="4347675" y="4495875"/>
            <a:ext cx="4230000" cy="428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9" name="Google Shape;179;p15"/>
          <p:cNvSpPr txBox="1"/>
          <p:nvPr/>
        </p:nvSpPr>
        <p:spPr>
          <a:xfrm>
            <a:off x="4347675" y="2425488"/>
            <a:ext cx="379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Number</a:t>
            </a:r>
            <a:endParaRPr>
              <a:solidFill>
                <a:schemeClr val="accent5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4362375" y="3320988"/>
            <a:ext cx="379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Email</a:t>
            </a:r>
            <a:endParaRPr>
              <a:solidFill>
                <a:schemeClr val="accent5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4362375" y="4149638"/>
            <a:ext cx="379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Site Link</a:t>
            </a:r>
            <a:endParaRPr>
              <a:solidFill>
                <a:schemeClr val="accent5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7294700" y="2346100"/>
            <a:ext cx="400200" cy="4002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7942500" y="1414750"/>
            <a:ext cx="1370100" cy="13701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231">
          <p15:clr>
            <a:srgbClr val="E46962"/>
          </p15:clr>
        </p15:guide>
        <p15:guide id="2" orient="horz" pos="1659">
          <p15:clr>
            <a:srgbClr val="E46962"/>
          </p15:clr>
        </p15:guide>
        <p15:guide id="3" orient="horz" pos="2181">
          <p15:clr>
            <a:srgbClr val="E46962"/>
          </p15:clr>
        </p15:guide>
        <p15:guide id="4" orient="horz" pos="2703">
          <p15:clr>
            <a:srgbClr val="E46962"/>
          </p15:clr>
        </p15:guide>
        <p15:guide id="5" pos="274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2">
  <p:cSld name="CUSTOM_17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"/>
          <p:cNvSpPr/>
          <p:nvPr/>
        </p:nvSpPr>
        <p:spPr>
          <a:xfrm>
            <a:off x="7675700" y="526666"/>
            <a:ext cx="322200" cy="3222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8197168" y="-223050"/>
            <a:ext cx="1102800" cy="11028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"/>
          <p:cNvSpPr txBox="1"/>
          <p:nvPr>
            <p:ph type="title"/>
          </p:nvPr>
        </p:nvSpPr>
        <p:spPr>
          <a:xfrm>
            <a:off x="3169725" y="1062600"/>
            <a:ext cx="54081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8" name="Google Shape;188;p16"/>
          <p:cNvSpPr txBox="1"/>
          <p:nvPr>
            <p:ph idx="1" type="body"/>
          </p:nvPr>
        </p:nvSpPr>
        <p:spPr>
          <a:xfrm>
            <a:off x="3169725" y="2386254"/>
            <a:ext cx="2408700" cy="4377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9" name="Google Shape;189;p16"/>
          <p:cNvSpPr txBox="1"/>
          <p:nvPr>
            <p:ph idx="2" type="body"/>
          </p:nvPr>
        </p:nvSpPr>
        <p:spPr>
          <a:xfrm>
            <a:off x="3169725" y="3867400"/>
            <a:ext cx="2408700" cy="4377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0" name="Google Shape;190;p16"/>
          <p:cNvSpPr txBox="1"/>
          <p:nvPr>
            <p:ph idx="3" type="body"/>
          </p:nvPr>
        </p:nvSpPr>
        <p:spPr>
          <a:xfrm>
            <a:off x="5956200" y="2386282"/>
            <a:ext cx="2408700" cy="4377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1" name="Google Shape;191;p16"/>
          <p:cNvSpPr txBox="1"/>
          <p:nvPr>
            <p:ph idx="4" type="body"/>
          </p:nvPr>
        </p:nvSpPr>
        <p:spPr>
          <a:xfrm>
            <a:off x="6119400" y="3867400"/>
            <a:ext cx="2408700" cy="4377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2" name="Google Shape;192;p16"/>
          <p:cNvSpPr txBox="1"/>
          <p:nvPr/>
        </p:nvSpPr>
        <p:spPr>
          <a:xfrm>
            <a:off x="3169725" y="2093750"/>
            <a:ext cx="240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Number</a:t>
            </a:r>
            <a:endParaRPr>
              <a:solidFill>
                <a:schemeClr val="accent5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3169725" y="3574900"/>
            <a:ext cx="240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Email</a:t>
            </a:r>
            <a:endParaRPr>
              <a:solidFill>
                <a:schemeClr val="accent5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5956216" y="2093750"/>
            <a:ext cx="240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Site Link</a:t>
            </a:r>
            <a:endParaRPr>
              <a:solidFill>
                <a:schemeClr val="accent5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6119415" y="3574900"/>
            <a:ext cx="2309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Address</a:t>
            </a:r>
            <a:endParaRPr>
              <a:solidFill>
                <a:schemeClr val="accent5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1343025" y="3136675"/>
            <a:ext cx="2701800" cy="27018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"/>
          <p:cNvSpPr/>
          <p:nvPr>
            <p:ph idx="5" type="pic"/>
          </p:nvPr>
        </p:nvSpPr>
        <p:spPr>
          <a:xfrm>
            <a:off x="491538" y="571500"/>
            <a:ext cx="2300400" cy="400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689">
          <p15:clr>
            <a:srgbClr val="E46962"/>
          </p15:clr>
        </p15:guide>
        <p15:guide id="3" orient="horz" pos="1334">
          <p15:clr>
            <a:srgbClr val="E46962"/>
          </p15:clr>
        </p15:guide>
        <p15:guide id="4" orient="horz" pos="1979">
          <p15:clr>
            <a:srgbClr val="E46962"/>
          </p15:clr>
        </p15:guide>
        <p15:guide id="5" orient="horz" pos="2624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layout - v2">
  <p:cSld name="CUSTOM_20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/>
          <p:nvPr/>
        </p:nvSpPr>
        <p:spPr>
          <a:xfrm>
            <a:off x="590500" y="1270000"/>
            <a:ext cx="8011500" cy="31692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7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1" name="Google Shape;201;p17"/>
          <p:cNvSpPr/>
          <p:nvPr>
            <p:ph idx="2" type="pic"/>
          </p:nvPr>
        </p:nvSpPr>
        <p:spPr>
          <a:xfrm>
            <a:off x="764925" y="1080225"/>
            <a:ext cx="1930800" cy="25212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17"/>
          <p:cNvSpPr txBox="1"/>
          <p:nvPr>
            <p:ph idx="1" type="body"/>
          </p:nvPr>
        </p:nvSpPr>
        <p:spPr>
          <a:xfrm>
            <a:off x="2894025" y="1635425"/>
            <a:ext cx="5536500" cy="2354700"/>
          </a:xfrm>
          <a:prstGeom prst="rect">
            <a:avLst/>
          </a:prstGeom>
        </p:spPr>
        <p:txBody>
          <a:bodyPr anchorCtr="0" anchor="t" bIns="108000" lIns="0" spcFirstLastPara="1" rIns="108000" wrap="square" tIns="18000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3" name="Google Shape;203;p17"/>
          <p:cNvSpPr/>
          <p:nvPr/>
        </p:nvSpPr>
        <p:spPr>
          <a:xfrm>
            <a:off x="581025" y="3510750"/>
            <a:ext cx="2114700" cy="928800"/>
          </a:xfrm>
          <a:prstGeom prst="rect">
            <a:avLst/>
          </a:prstGeom>
          <a:gradFill>
            <a:gsLst>
              <a:gs pos="0">
                <a:srgbClr val="3985F4"/>
              </a:gs>
              <a:gs pos="100000">
                <a:srgbClr val="0F489C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" name="Google Shape;204;p17"/>
          <p:cNvSpPr txBox="1"/>
          <p:nvPr>
            <p:ph idx="3" type="subTitle"/>
          </p:nvPr>
        </p:nvSpPr>
        <p:spPr>
          <a:xfrm>
            <a:off x="648500" y="3536198"/>
            <a:ext cx="2002200" cy="297300"/>
          </a:xfrm>
          <a:prstGeom prst="rect">
            <a:avLst/>
          </a:prstGeom>
        </p:spPr>
        <p:txBody>
          <a:bodyPr anchorCtr="0" anchor="t" bIns="91425" lIns="0" spcFirstLastPara="1" rIns="126000" wrap="square" tIns="900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None/>
              <a:defRPr sz="14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05" name="Google Shape;205;p17"/>
          <p:cNvSpPr txBox="1"/>
          <p:nvPr>
            <p:ph idx="4" type="body"/>
          </p:nvPr>
        </p:nvSpPr>
        <p:spPr>
          <a:xfrm>
            <a:off x="648500" y="3992700"/>
            <a:ext cx="1930800" cy="302400"/>
          </a:xfrm>
          <a:prstGeom prst="rect">
            <a:avLst/>
          </a:prstGeom>
        </p:spPr>
        <p:txBody>
          <a:bodyPr anchorCtr="0" anchor="t" bIns="90000" lIns="90000" spcFirstLastPara="1" rIns="90000" wrap="square" tIns="9000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" name="Google Shape;206;p17"/>
          <p:cNvSpPr/>
          <p:nvPr/>
        </p:nvSpPr>
        <p:spPr>
          <a:xfrm>
            <a:off x="7807820" y="539417"/>
            <a:ext cx="297300" cy="2973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8289013" y="-152400"/>
            <a:ext cx="1017600" cy="10176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"/>
          <p:cNvSpPr/>
          <p:nvPr/>
        </p:nvSpPr>
        <p:spPr>
          <a:xfrm>
            <a:off x="76200" y="130611"/>
            <a:ext cx="431700" cy="4317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202">
          <p15:clr>
            <a:srgbClr val="E46962"/>
          </p15:clr>
        </p15:guide>
        <p15:guide id="2" orient="horz" pos="2374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layout - v3">
  <p:cSld name="CUSTOM_2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"/>
          <p:cNvSpPr/>
          <p:nvPr/>
        </p:nvSpPr>
        <p:spPr>
          <a:xfrm>
            <a:off x="-10948" y="0"/>
            <a:ext cx="451500" cy="36129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307800" y="1263000"/>
            <a:ext cx="8528400" cy="3284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"/>
          <p:cNvSpPr txBox="1"/>
          <p:nvPr>
            <p:ph type="title"/>
          </p:nvPr>
        </p:nvSpPr>
        <p:spPr>
          <a:xfrm>
            <a:off x="566250" y="445025"/>
            <a:ext cx="8011500" cy="45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3" name="Google Shape;213;p18"/>
          <p:cNvSpPr/>
          <p:nvPr>
            <p:ph idx="2" type="pic"/>
          </p:nvPr>
        </p:nvSpPr>
        <p:spPr>
          <a:xfrm>
            <a:off x="556925" y="1017725"/>
            <a:ext cx="1886100" cy="24447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18"/>
          <p:cNvSpPr txBox="1"/>
          <p:nvPr>
            <p:ph idx="1" type="body"/>
          </p:nvPr>
        </p:nvSpPr>
        <p:spPr>
          <a:xfrm>
            <a:off x="556825" y="3944475"/>
            <a:ext cx="1932000" cy="265500"/>
          </a:xfrm>
          <a:prstGeom prst="rect">
            <a:avLst/>
          </a:prstGeom>
        </p:spPr>
        <p:txBody>
          <a:bodyPr anchorCtr="0" anchor="t" bIns="108000" lIns="0" spcFirstLastPara="1" rIns="90000" wrap="square" tIns="108000">
            <a:no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5" name="Google Shape;215;p18"/>
          <p:cNvSpPr txBox="1"/>
          <p:nvPr>
            <p:ph idx="3" type="subTitle"/>
          </p:nvPr>
        </p:nvSpPr>
        <p:spPr>
          <a:xfrm>
            <a:off x="556899" y="3662325"/>
            <a:ext cx="1932000" cy="265500"/>
          </a:xfrm>
          <a:prstGeom prst="rect">
            <a:avLst/>
          </a:prstGeom>
        </p:spPr>
        <p:txBody>
          <a:bodyPr anchorCtr="0" anchor="ctr" bIns="108000" lIns="0" spcFirstLastPara="1" rIns="91425" wrap="square" tIns="1080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8"/>
          <p:cNvSpPr txBox="1"/>
          <p:nvPr>
            <p:ph idx="4" type="body"/>
          </p:nvPr>
        </p:nvSpPr>
        <p:spPr>
          <a:xfrm>
            <a:off x="3268325" y="1576150"/>
            <a:ext cx="4707000" cy="2547600"/>
          </a:xfrm>
          <a:prstGeom prst="rect">
            <a:avLst/>
          </a:prstGeom>
        </p:spPr>
        <p:txBody>
          <a:bodyPr anchorCtr="0" anchor="t" bIns="108000" lIns="0" spcFirstLastPara="1" rIns="91425" wrap="square" tIns="10800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059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slide - v1">
  <p:cSld name="CUSTOM_19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"/>
          <p:cNvSpPr/>
          <p:nvPr/>
        </p:nvSpPr>
        <p:spPr>
          <a:xfrm>
            <a:off x="8508821" y="0"/>
            <a:ext cx="661800" cy="36129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566250" y="1342650"/>
            <a:ext cx="7942500" cy="31440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1" name="Google Shape;221;p19"/>
          <p:cNvSpPr/>
          <p:nvPr>
            <p:ph idx="2" type="pic"/>
          </p:nvPr>
        </p:nvSpPr>
        <p:spPr>
          <a:xfrm>
            <a:off x="783125" y="1552005"/>
            <a:ext cx="1839300" cy="18393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19"/>
          <p:cNvSpPr txBox="1"/>
          <p:nvPr>
            <p:ph idx="1" type="subTitle"/>
          </p:nvPr>
        </p:nvSpPr>
        <p:spPr>
          <a:xfrm>
            <a:off x="783125" y="3544575"/>
            <a:ext cx="2060700" cy="321000"/>
          </a:xfrm>
          <a:prstGeom prst="rect">
            <a:avLst/>
          </a:prstGeom>
        </p:spPr>
        <p:txBody>
          <a:bodyPr anchorCtr="0" anchor="ctr" bIns="91425" lIns="0" spcFirstLastPara="1" rIns="91425" wrap="square" tIns="900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Open Sans Medium"/>
              <a:buNone/>
              <a:defRPr sz="12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23" name="Google Shape;223;p19"/>
          <p:cNvSpPr txBox="1"/>
          <p:nvPr>
            <p:ph idx="3" type="body"/>
          </p:nvPr>
        </p:nvSpPr>
        <p:spPr>
          <a:xfrm>
            <a:off x="3231925" y="1628200"/>
            <a:ext cx="4905900" cy="240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4" name="Google Shape;224;p19"/>
          <p:cNvSpPr txBox="1"/>
          <p:nvPr>
            <p:ph idx="4" type="body"/>
          </p:nvPr>
        </p:nvSpPr>
        <p:spPr>
          <a:xfrm>
            <a:off x="783125" y="3924200"/>
            <a:ext cx="2060700" cy="321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5" name="Google Shape;225;p19"/>
          <p:cNvSpPr/>
          <p:nvPr/>
        </p:nvSpPr>
        <p:spPr>
          <a:xfrm>
            <a:off x="7675700" y="526666"/>
            <a:ext cx="322200" cy="3222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164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">
  <p:cSld name="TITLE_AND_BODY_2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/>
          <p:nvPr>
            <p:ph type="title"/>
          </p:nvPr>
        </p:nvSpPr>
        <p:spPr>
          <a:xfrm>
            <a:off x="566250" y="408150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20"/>
          <p:cNvSpPr txBox="1"/>
          <p:nvPr>
            <p:ph idx="1" type="body"/>
          </p:nvPr>
        </p:nvSpPr>
        <p:spPr>
          <a:xfrm>
            <a:off x="650850" y="1987200"/>
            <a:ext cx="3776700" cy="27669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9" name="Google Shape;229;p20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0" name="Google Shape;230;p20"/>
          <p:cNvSpPr txBox="1"/>
          <p:nvPr>
            <p:ph idx="2" type="body"/>
          </p:nvPr>
        </p:nvSpPr>
        <p:spPr>
          <a:xfrm>
            <a:off x="4845500" y="1987200"/>
            <a:ext cx="3732300" cy="27669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1" name="Google Shape;231;p20"/>
          <p:cNvSpPr/>
          <p:nvPr/>
        </p:nvSpPr>
        <p:spPr>
          <a:xfrm>
            <a:off x="566250" y="1370350"/>
            <a:ext cx="84600" cy="3936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4760850" y="1370350"/>
            <a:ext cx="84600" cy="3936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3" name="Google Shape;233;p20"/>
          <p:cNvSpPr txBox="1"/>
          <p:nvPr>
            <p:ph idx="3" type="subTitle"/>
          </p:nvPr>
        </p:nvSpPr>
        <p:spPr>
          <a:xfrm>
            <a:off x="650850" y="1349950"/>
            <a:ext cx="37323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idx="4" type="subTitle"/>
          </p:nvPr>
        </p:nvSpPr>
        <p:spPr>
          <a:xfrm>
            <a:off x="4845450" y="1349950"/>
            <a:ext cx="39033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2">
  <p:cSld name="TITLE_AND_BODY_1_2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7" name="Google Shape;237;p21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8" name="Google Shape;238;p21"/>
          <p:cNvSpPr txBox="1"/>
          <p:nvPr>
            <p:ph idx="1" type="body"/>
          </p:nvPr>
        </p:nvSpPr>
        <p:spPr>
          <a:xfrm>
            <a:off x="4427475" y="1377275"/>
            <a:ext cx="4150200" cy="1480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9" name="Google Shape;239;p21"/>
          <p:cNvSpPr txBox="1"/>
          <p:nvPr>
            <p:ph idx="2" type="body"/>
          </p:nvPr>
        </p:nvSpPr>
        <p:spPr>
          <a:xfrm>
            <a:off x="4427475" y="3088775"/>
            <a:ext cx="4150200" cy="1480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0" name="Google Shape;240;p21"/>
          <p:cNvSpPr txBox="1"/>
          <p:nvPr>
            <p:ph idx="3" type="subTitle"/>
          </p:nvPr>
        </p:nvSpPr>
        <p:spPr>
          <a:xfrm>
            <a:off x="566250" y="1395850"/>
            <a:ext cx="3318600" cy="393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241" name="Google Shape;241;p21"/>
          <p:cNvSpPr txBox="1"/>
          <p:nvPr>
            <p:ph idx="4" type="subTitle"/>
          </p:nvPr>
        </p:nvSpPr>
        <p:spPr>
          <a:xfrm>
            <a:off x="566250" y="3088775"/>
            <a:ext cx="3318600" cy="393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242" name="Google Shape;242;p21"/>
          <p:cNvSpPr/>
          <p:nvPr/>
        </p:nvSpPr>
        <p:spPr>
          <a:xfrm>
            <a:off x="7294700" y="745900"/>
            <a:ext cx="400200" cy="4002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7942500" y="-185450"/>
            <a:ext cx="1370100" cy="13701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3">
  <p:cSld name="TITLE_AND_BODY_1_1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7" name="Google Shape;247;p22"/>
          <p:cNvSpPr txBox="1"/>
          <p:nvPr>
            <p:ph idx="1" type="body"/>
          </p:nvPr>
        </p:nvSpPr>
        <p:spPr>
          <a:xfrm>
            <a:off x="566250" y="1899000"/>
            <a:ext cx="3243300" cy="2365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8" name="Google Shape;248;p22"/>
          <p:cNvSpPr txBox="1"/>
          <p:nvPr>
            <p:ph idx="2" type="body"/>
          </p:nvPr>
        </p:nvSpPr>
        <p:spPr>
          <a:xfrm>
            <a:off x="5226525" y="1899000"/>
            <a:ext cx="3243300" cy="2365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9" name="Google Shape;249;p22"/>
          <p:cNvSpPr txBox="1"/>
          <p:nvPr>
            <p:ph idx="3" type="subTitle"/>
          </p:nvPr>
        </p:nvSpPr>
        <p:spPr>
          <a:xfrm>
            <a:off x="566250" y="1382475"/>
            <a:ext cx="3243300" cy="302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250" name="Google Shape;250;p22"/>
          <p:cNvSpPr txBox="1"/>
          <p:nvPr>
            <p:ph idx="4" type="subTitle"/>
          </p:nvPr>
        </p:nvSpPr>
        <p:spPr>
          <a:xfrm>
            <a:off x="5226525" y="1382475"/>
            <a:ext cx="3243300" cy="318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251" name="Google Shape;251;p22"/>
          <p:cNvSpPr/>
          <p:nvPr/>
        </p:nvSpPr>
        <p:spPr>
          <a:xfrm>
            <a:off x="-10950" y="0"/>
            <a:ext cx="354000" cy="33174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52" name="Google Shape;252;p22"/>
          <p:cNvSpPr/>
          <p:nvPr/>
        </p:nvSpPr>
        <p:spPr>
          <a:xfrm rot="10800000">
            <a:off x="1730325" y="3725275"/>
            <a:ext cx="400200" cy="4002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 rot="10800000">
            <a:off x="112625" y="3686725"/>
            <a:ext cx="1370100" cy="13701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473">
          <p15:clr>
            <a:srgbClr val="E46962"/>
          </p15:clr>
        </p15:guide>
        <p15:guide id="2" orient="horz" pos="2689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 Image">
  <p:cSld name="TITLE_AND_BODY_1_1_3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"/>
          <p:cNvSpPr/>
          <p:nvPr/>
        </p:nvSpPr>
        <p:spPr>
          <a:xfrm>
            <a:off x="6894750" y="1127425"/>
            <a:ext cx="400200" cy="4002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7542550" y="196075"/>
            <a:ext cx="1370100" cy="13701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9" name="Google Shape;259;p23"/>
          <p:cNvSpPr txBox="1"/>
          <p:nvPr>
            <p:ph idx="1" type="body"/>
          </p:nvPr>
        </p:nvSpPr>
        <p:spPr>
          <a:xfrm>
            <a:off x="3804600" y="1841321"/>
            <a:ext cx="2218500" cy="2765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0" name="Google Shape;260;p23"/>
          <p:cNvSpPr txBox="1"/>
          <p:nvPr>
            <p:ph idx="2" type="body"/>
          </p:nvPr>
        </p:nvSpPr>
        <p:spPr>
          <a:xfrm>
            <a:off x="6251423" y="1841321"/>
            <a:ext cx="2218500" cy="2765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1" name="Google Shape;261;p23"/>
          <p:cNvSpPr txBox="1"/>
          <p:nvPr>
            <p:ph idx="3" type="subTitle"/>
          </p:nvPr>
        </p:nvSpPr>
        <p:spPr>
          <a:xfrm>
            <a:off x="3804600" y="1289076"/>
            <a:ext cx="2218500" cy="323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4" type="subTitle"/>
          </p:nvPr>
        </p:nvSpPr>
        <p:spPr>
          <a:xfrm>
            <a:off x="6251418" y="1289076"/>
            <a:ext cx="2218500" cy="340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263" name="Google Shape;263;p23"/>
          <p:cNvSpPr/>
          <p:nvPr/>
        </p:nvSpPr>
        <p:spPr>
          <a:xfrm>
            <a:off x="-10950" y="0"/>
            <a:ext cx="354000" cy="33174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64" name="Google Shape;264;p23"/>
          <p:cNvSpPr/>
          <p:nvPr>
            <p:ph idx="5" type="pic"/>
          </p:nvPr>
        </p:nvSpPr>
        <p:spPr>
          <a:xfrm>
            <a:off x="571500" y="1384800"/>
            <a:ext cx="2881200" cy="3278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473">
          <p15:clr>
            <a:srgbClr val="E46962"/>
          </p15:clr>
        </p15:guide>
        <p15:guide id="2" orient="horz" pos="2689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 - o">
  <p:cSld name="TITLE_AND_BODY_1_3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/>
          <p:nvPr>
            <p:ph type="title"/>
          </p:nvPr>
        </p:nvSpPr>
        <p:spPr>
          <a:xfrm>
            <a:off x="448975" y="445025"/>
            <a:ext cx="8233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7" name="Google Shape;267;p24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8" name="Google Shape;268;p24"/>
          <p:cNvSpPr txBox="1"/>
          <p:nvPr>
            <p:ph idx="1" type="body"/>
          </p:nvPr>
        </p:nvSpPr>
        <p:spPr>
          <a:xfrm>
            <a:off x="566250" y="2313600"/>
            <a:ext cx="2415000" cy="2192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9" name="Google Shape;269;p24"/>
          <p:cNvSpPr/>
          <p:nvPr/>
        </p:nvSpPr>
        <p:spPr>
          <a:xfrm>
            <a:off x="566250" y="1378200"/>
            <a:ext cx="548700" cy="2844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Hanken Grotesk Medium"/>
                <a:ea typeface="Hanken Grotesk Medium"/>
                <a:cs typeface="Hanken Grotesk Medium"/>
                <a:sym typeface="Hanken Grotesk Medium"/>
              </a:rPr>
              <a:t>01</a:t>
            </a:r>
            <a:endParaRPr sz="1200">
              <a:solidFill>
                <a:schemeClr val="lt1"/>
              </a:solidFill>
              <a:latin typeface="Hanken Grotesk Medium"/>
              <a:ea typeface="Hanken Grotesk Medium"/>
              <a:cs typeface="Hanken Grotesk Medium"/>
              <a:sym typeface="Hanken Grotesk Medium"/>
            </a:endParaRPr>
          </a:p>
        </p:txBody>
      </p:sp>
      <p:sp>
        <p:nvSpPr>
          <p:cNvPr id="270" name="Google Shape;270;p24"/>
          <p:cNvSpPr txBox="1"/>
          <p:nvPr>
            <p:ph idx="2" type="subTitle"/>
          </p:nvPr>
        </p:nvSpPr>
        <p:spPr>
          <a:xfrm>
            <a:off x="566250" y="1738800"/>
            <a:ext cx="24150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271" name="Google Shape;271;p24"/>
          <p:cNvSpPr txBox="1"/>
          <p:nvPr>
            <p:ph idx="3" type="body"/>
          </p:nvPr>
        </p:nvSpPr>
        <p:spPr>
          <a:xfrm>
            <a:off x="3254075" y="2313600"/>
            <a:ext cx="2415000" cy="2192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2" name="Google Shape;272;p24"/>
          <p:cNvSpPr/>
          <p:nvPr/>
        </p:nvSpPr>
        <p:spPr>
          <a:xfrm>
            <a:off x="3254079" y="1378200"/>
            <a:ext cx="548700" cy="2844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Hanken Grotesk Medium"/>
                <a:ea typeface="Hanken Grotesk Medium"/>
                <a:cs typeface="Hanken Grotesk Medium"/>
                <a:sym typeface="Hanken Grotesk Medium"/>
              </a:rPr>
              <a:t>02</a:t>
            </a:r>
            <a:endParaRPr sz="1200">
              <a:solidFill>
                <a:schemeClr val="lt1"/>
              </a:solidFill>
              <a:latin typeface="Hanken Grotesk Medium"/>
              <a:ea typeface="Hanken Grotesk Medium"/>
              <a:cs typeface="Hanken Grotesk Medium"/>
              <a:sym typeface="Hanken Grotesk Medium"/>
            </a:endParaRPr>
          </a:p>
        </p:txBody>
      </p:sp>
      <p:sp>
        <p:nvSpPr>
          <p:cNvPr id="273" name="Google Shape;273;p24"/>
          <p:cNvSpPr txBox="1"/>
          <p:nvPr>
            <p:ph idx="4" type="subTitle"/>
          </p:nvPr>
        </p:nvSpPr>
        <p:spPr>
          <a:xfrm>
            <a:off x="3254075" y="1738800"/>
            <a:ext cx="24150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274" name="Google Shape;274;p24"/>
          <p:cNvSpPr txBox="1"/>
          <p:nvPr>
            <p:ph idx="5" type="body"/>
          </p:nvPr>
        </p:nvSpPr>
        <p:spPr>
          <a:xfrm>
            <a:off x="5941900" y="2313600"/>
            <a:ext cx="2415000" cy="2192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5" name="Google Shape;275;p24"/>
          <p:cNvSpPr/>
          <p:nvPr/>
        </p:nvSpPr>
        <p:spPr>
          <a:xfrm>
            <a:off x="5941901" y="1378200"/>
            <a:ext cx="548700" cy="2844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Hanken Grotesk Medium"/>
                <a:ea typeface="Hanken Grotesk Medium"/>
                <a:cs typeface="Hanken Grotesk Medium"/>
                <a:sym typeface="Hanken Grotesk Medium"/>
              </a:rPr>
              <a:t>03</a:t>
            </a:r>
            <a:endParaRPr sz="1200">
              <a:solidFill>
                <a:schemeClr val="lt1"/>
              </a:solidFill>
              <a:latin typeface="Hanken Grotesk Medium"/>
              <a:ea typeface="Hanken Grotesk Medium"/>
              <a:cs typeface="Hanken Grotesk Medium"/>
              <a:sym typeface="Hanken Grotesk Medium"/>
            </a:endParaRPr>
          </a:p>
        </p:txBody>
      </p:sp>
      <p:sp>
        <p:nvSpPr>
          <p:cNvPr id="276" name="Google Shape;276;p24"/>
          <p:cNvSpPr txBox="1"/>
          <p:nvPr>
            <p:ph idx="6" type="subTitle"/>
          </p:nvPr>
        </p:nvSpPr>
        <p:spPr>
          <a:xfrm>
            <a:off x="5941900" y="1738800"/>
            <a:ext cx="24150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2 - o">
  <p:cSld name="TITLE_AND_BODY_2_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5"/>
          <p:cNvSpPr/>
          <p:nvPr/>
        </p:nvSpPr>
        <p:spPr>
          <a:xfrm>
            <a:off x="0" y="1160525"/>
            <a:ext cx="9144000" cy="39831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5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5"/>
          <p:cNvSpPr txBox="1"/>
          <p:nvPr>
            <p:ph idx="1" type="body"/>
          </p:nvPr>
        </p:nvSpPr>
        <p:spPr>
          <a:xfrm>
            <a:off x="566250" y="1904400"/>
            <a:ext cx="2444700" cy="2628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1" name="Google Shape;281;p25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2" name="Google Shape;282;p25"/>
          <p:cNvSpPr txBox="1"/>
          <p:nvPr>
            <p:ph idx="2" type="subTitle"/>
          </p:nvPr>
        </p:nvSpPr>
        <p:spPr>
          <a:xfrm>
            <a:off x="595000" y="1367825"/>
            <a:ext cx="2415600" cy="273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283" name="Google Shape;283;p25"/>
          <p:cNvSpPr txBox="1"/>
          <p:nvPr>
            <p:ph idx="3" type="body"/>
          </p:nvPr>
        </p:nvSpPr>
        <p:spPr>
          <a:xfrm>
            <a:off x="3302850" y="1904400"/>
            <a:ext cx="2444700" cy="2628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4" name="Google Shape;284;p25"/>
          <p:cNvSpPr txBox="1"/>
          <p:nvPr>
            <p:ph idx="4" type="subTitle"/>
          </p:nvPr>
        </p:nvSpPr>
        <p:spPr>
          <a:xfrm>
            <a:off x="3302507" y="1367825"/>
            <a:ext cx="2444700" cy="273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285" name="Google Shape;285;p25"/>
          <p:cNvSpPr txBox="1"/>
          <p:nvPr>
            <p:ph idx="5" type="body"/>
          </p:nvPr>
        </p:nvSpPr>
        <p:spPr>
          <a:xfrm>
            <a:off x="6039450" y="1904400"/>
            <a:ext cx="2444700" cy="2628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6" name="Google Shape;286;p25"/>
          <p:cNvSpPr txBox="1"/>
          <p:nvPr>
            <p:ph idx="6" type="subTitle"/>
          </p:nvPr>
        </p:nvSpPr>
        <p:spPr>
          <a:xfrm>
            <a:off x="6039103" y="1367825"/>
            <a:ext cx="2444700" cy="273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287" name="Google Shape;287;p25"/>
          <p:cNvSpPr/>
          <p:nvPr/>
        </p:nvSpPr>
        <p:spPr>
          <a:xfrm>
            <a:off x="8572500" y="171300"/>
            <a:ext cx="400200" cy="4002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 1 Image">
  <p:cSld name="TITLE_AND_BODY_2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6"/>
          <p:cNvSpPr/>
          <p:nvPr/>
        </p:nvSpPr>
        <p:spPr>
          <a:xfrm>
            <a:off x="0" y="2048875"/>
            <a:ext cx="9144000" cy="30948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6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1" name="Google Shape;291;p26"/>
          <p:cNvSpPr txBox="1"/>
          <p:nvPr>
            <p:ph idx="1" type="body"/>
          </p:nvPr>
        </p:nvSpPr>
        <p:spPr>
          <a:xfrm>
            <a:off x="566250" y="3437425"/>
            <a:ext cx="2444700" cy="1225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2" name="Google Shape;292;p26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3" name="Google Shape;293;p26"/>
          <p:cNvSpPr txBox="1"/>
          <p:nvPr>
            <p:ph idx="2" type="subTitle"/>
          </p:nvPr>
        </p:nvSpPr>
        <p:spPr>
          <a:xfrm>
            <a:off x="595000" y="2900850"/>
            <a:ext cx="2415600" cy="273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294" name="Google Shape;294;p26"/>
          <p:cNvSpPr txBox="1"/>
          <p:nvPr>
            <p:ph idx="3" type="body"/>
          </p:nvPr>
        </p:nvSpPr>
        <p:spPr>
          <a:xfrm>
            <a:off x="3302850" y="3437425"/>
            <a:ext cx="2444700" cy="1225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5" name="Google Shape;295;p26"/>
          <p:cNvSpPr txBox="1"/>
          <p:nvPr>
            <p:ph idx="4" type="subTitle"/>
          </p:nvPr>
        </p:nvSpPr>
        <p:spPr>
          <a:xfrm>
            <a:off x="3302507" y="2900850"/>
            <a:ext cx="2444700" cy="273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296" name="Google Shape;296;p26"/>
          <p:cNvSpPr txBox="1"/>
          <p:nvPr>
            <p:ph idx="5" type="body"/>
          </p:nvPr>
        </p:nvSpPr>
        <p:spPr>
          <a:xfrm>
            <a:off x="6039450" y="3437425"/>
            <a:ext cx="2444700" cy="1225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6" type="subTitle"/>
          </p:nvPr>
        </p:nvSpPr>
        <p:spPr>
          <a:xfrm>
            <a:off x="6039103" y="2900850"/>
            <a:ext cx="2444700" cy="273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298" name="Google Shape;298;p26"/>
          <p:cNvSpPr/>
          <p:nvPr/>
        </p:nvSpPr>
        <p:spPr>
          <a:xfrm>
            <a:off x="8572500" y="171300"/>
            <a:ext cx="400200" cy="4002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"/>
          <p:cNvSpPr/>
          <p:nvPr>
            <p:ph idx="7" type="pic"/>
          </p:nvPr>
        </p:nvSpPr>
        <p:spPr>
          <a:xfrm>
            <a:off x="595025" y="1290025"/>
            <a:ext cx="2415600" cy="15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00" name="Google Shape;300;p26"/>
          <p:cNvSpPr/>
          <p:nvPr>
            <p:ph idx="8" type="pic"/>
          </p:nvPr>
        </p:nvSpPr>
        <p:spPr>
          <a:xfrm>
            <a:off x="3317050" y="1290025"/>
            <a:ext cx="2415600" cy="15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26"/>
          <p:cNvSpPr/>
          <p:nvPr>
            <p:ph idx="9" type="pic"/>
          </p:nvPr>
        </p:nvSpPr>
        <p:spPr>
          <a:xfrm>
            <a:off x="6054000" y="1290025"/>
            <a:ext cx="2415600" cy="153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">
  <p:cSld name="TITLE_AND_BODY_1_1_2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4" name="Google Shape;304;p27"/>
          <p:cNvSpPr txBox="1"/>
          <p:nvPr>
            <p:ph idx="12" type="sldNum"/>
          </p:nvPr>
        </p:nvSpPr>
        <p:spPr>
          <a:xfrm>
            <a:off x="8029045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5" name="Google Shape;305;p27"/>
          <p:cNvSpPr txBox="1"/>
          <p:nvPr>
            <p:ph idx="1" type="subTitle"/>
          </p:nvPr>
        </p:nvSpPr>
        <p:spPr>
          <a:xfrm>
            <a:off x="571500" y="1354450"/>
            <a:ext cx="2337300" cy="265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06" name="Google Shape;306;p27"/>
          <p:cNvSpPr txBox="1"/>
          <p:nvPr>
            <p:ph idx="2" type="subTitle"/>
          </p:nvPr>
        </p:nvSpPr>
        <p:spPr>
          <a:xfrm>
            <a:off x="3300075" y="1354450"/>
            <a:ext cx="2337300" cy="265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07" name="Google Shape;307;p27"/>
          <p:cNvSpPr txBox="1"/>
          <p:nvPr>
            <p:ph idx="3" type="subTitle"/>
          </p:nvPr>
        </p:nvSpPr>
        <p:spPr>
          <a:xfrm>
            <a:off x="6028825" y="1354450"/>
            <a:ext cx="2337300" cy="265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08" name="Google Shape;308;p27"/>
          <p:cNvSpPr txBox="1"/>
          <p:nvPr>
            <p:ph idx="4" type="body"/>
          </p:nvPr>
        </p:nvSpPr>
        <p:spPr>
          <a:xfrm>
            <a:off x="571350" y="1925400"/>
            <a:ext cx="2337300" cy="2110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9" name="Google Shape;309;p27"/>
          <p:cNvSpPr txBox="1"/>
          <p:nvPr>
            <p:ph idx="5" type="body"/>
          </p:nvPr>
        </p:nvSpPr>
        <p:spPr>
          <a:xfrm>
            <a:off x="3300075" y="1925400"/>
            <a:ext cx="2337300" cy="2110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0" name="Google Shape;310;p27"/>
          <p:cNvSpPr txBox="1"/>
          <p:nvPr>
            <p:ph idx="6" type="body"/>
          </p:nvPr>
        </p:nvSpPr>
        <p:spPr>
          <a:xfrm>
            <a:off x="6028825" y="1925400"/>
            <a:ext cx="2337300" cy="2110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1" name="Google Shape;311;p27"/>
          <p:cNvSpPr/>
          <p:nvPr/>
        </p:nvSpPr>
        <p:spPr>
          <a:xfrm rot="10800000">
            <a:off x="1730325" y="3725275"/>
            <a:ext cx="400200" cy="4002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7"/>
          <p:cNvSpPr/>
          <p:nvPr/>
        </p:nvSpPr>
        <p:spPr>
          <a:xfrm rot="10800000">
            <a:off x="112625" y="3686725"/>
            <a:ext cx="1370100" cy="13701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850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">
  <p:cSld name="MAIN_POINT_2_2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"/>
          <p:cNvSpPr txBox="1"/>
          <p:nvPr>
            <p:ph type="title"/>
          </p:nvPr>
        </p:nvSpPr>
        <p:spPr>
          <a:xfrm>
            <a:off x="313400" y="445025"/>
            <a:ext cx="7801500" cy="393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15" name="Google Shape;315;p28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6" name="Google Shape;316;p28"/>
          <p:cNvSpPr txBox="1"/>
          <p:nvPr>
            <p:ph idx="1" type="body"/>
          </p:nvPr>
        </p:nvSpPr>
        <p:spPr>
          <a:xfrm>
            <a:off x="2691100" y="2581050"/>
            <a:ext cx="5423700" cy="504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7" name="Google Shape;317;p28"/>
          <p:cNvSpPr txBox="1"/>
          <p:nvPr>
            <p:ph idx="2" type="body"/>
          </p:nvPr>
        </p:nvSpPr>
        <p:spPr>
          <a:xfrm>
            <a:off x="2679475" y="1478314"/>
            <a:ext cx="5423700" cy="484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8" name="Google Shape;318;p28"/>
          <p:cNvSpPr txBox="1"/>
          <p:nvPr>
            <p:ph idx="3" type="body"/>
          </p:nvPr>
        </p:nvSpPr>
        <p:spPr>
          <a:xfrm>
            <a:off x="2691100" y="3654544"/>
            <a:ext cx="5423700" cy="504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319" name="Google Shape;319;p28"/>
          <p:cNvCxnSpPr/>
          <p:nvPr/>
        </p:nvCxnSpPr>
        <p:spPr>
          <a:xfrm>
            <a:off x="2366100" y="1384225"/>
            <a:ext cx="0" cy="3211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0" name="Google Shape;320;p28"/>
          <p:cNvSpPr/>
          <p:nvPr/>
        </p:nvSpPr>
        <p:spPr>
          <a:xfrm>
            <a:off x="2289750" y="1650775"/>
            <a:ext cx="152700" cy="152700"/>
          </a:xfrm>
          <a:prstGeom prst="mathPlus">
            <a:avLst>
              <a:gd fmla="val 23520" name="adj1"/>
            </a:avLst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8"/>
          <p:cNvSpPr/>
          <p:nvPr/>
        </p:nvSpPr>
        <p:spPr>
          <a:xfrm>
            <a:off x="2289750" y="2737600"/>
            <a:ext cx="152700" cy="152700"/>
          </a:xfrm>
          <a:prstGeom prst="mathPlus">
            <a:avLst>
              <a:gd fmla="val 23520" name="adj1"/>
            </a:avLst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8"/>
          <p:cNvSpPr/>
          <p:nvPr/>
        </p:nvSpPr>
        <p:spPr>
          <a:xfrm>
            <a:off x="2289750" y="3824425"/>
            <a:ext cx="152700" cy="152700"/>
          </a:xfrm>
          <a:prstGeom prst="mathPlus">
            <a:avLst>
              <a:gd fmla="val 23520" name="adj1"/>
            </a:avLst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8"/>
          <p:cNvSpPr txBox="1"/>
          <p:nvPr>
            <p:ph idx="4" type="subTitle"/>
          </p:nvPr>
        </p:nvSpPr>
        <p:spPr>
          <a:xfrm>
            <a:off x="313400" y="2645150"/>
            <a:ext cx="1886700" cy="328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24" name="Google Shape;324;p28"/>
          <p:cNvSpPr txBox="1"/>
          <p:nvPr>
            <p:ph idx="5" type="subTitle"/>
          </p:nvPr>
        </p:nvSpPr>
        <p:spPr>
          <a:xfrm>
            <a:off x="313400" y="1540800"/>
            <a:ext cx="1886700" cy="328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25" name="Google Shape;325;p28"/>
          <p:cNvSpPr txBox="1"/>
          <p:nvPr>
            <p:ph idx="6" type="subTitle"/>
          </p:nvPr>
        </p:nvSpPr>
        <p:spPr>
          <a:xfrm>
            <a:off x="313400" y="3736525"/>
            <a:ext cx="1886700" cy="328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26" name="Google Shape;326;p28"/>
          <p:cNvSpPr/>
          <p:nvPr/>
        </p:nvSpPr>
        <p:spPr>
          <a:xfrm>
            <a:off x="8582548" y="0"/>
            <a:ext cx="577800" cy="33174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 v2">
  <p:cSld name="MAIN_POINT_2_2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/>
          <p:nvPr>
            <p:ph type="title"/>
          </p:nvPr>
        </p:nvSpPr>
        <p:spPr>
          <a:xfrm>
            <a:off x="566250" y="445025"/>
            <a:ext cx="8012100" cy="932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29" name="Google Shape;329;p29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0" name="Google Shape;330;p29"/>
          <p:cNvSpPr txBox="1"/>
          <p:nvPr>
            <p:ph idx="1" type="body"/>
          </p:nvPr>
        </p:nvSpPr>
        <p:spPr>
          <a:xfrm>
            <a:off x="607550" y="1871725"/>
            <a:ext cx="1722000" cy="1281600"/>
          </a:xfrm>
          <a:prstGeom prst="rect">
            <a:avLst/>
          </a:prstGeom>
        </p:spPr>
        <p:txBody>
          <a:bodyPr anchorCtr="0" anchor="b" bIns="68575" lIns="68575" spcFirstLastPara="1" rIns="68575" wrap="square" tIns="68575">
            <a:noAutofit/>
          </a:bodyPr>
          <a:lstStyle>
            <a:lvl1pPr indent="-298450" lvl="0" marL="4572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331" name="Google Shape;331;p29"/>
          <p:cNvCxnSpPr/>
          <p:nvPr/>
        </p:nvCxnSpPr>
        <p:spPr>
          <a:xfrm>
            <a:off x="567850" y="3366550"/>
            <a:ext cx="8012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2" name="Google Shape;332;p29"/>
          <p:cNvSpPr/>
          <p:nvPr/>
        </p:nvSpPr>
        <p:spPr>
          <a:xfrm>
            <a:off x="4495650" y="3290200"/>
            <a:ext cx="152700" cy="152700"/>
          </a:xfrm>
          <a:prstGeom prst="mathPlus">
            <a:avLst>
              <a:gd fmla="val 23520" name="adj1"/>
            </a:avLst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9"/>
          <p:cNvSpPr/>
          <p:nvPr/>
        </p:nvSpPr>
        <p:spPr>
          <a:xfrm>
            <a:off x="1392200" y="3290200"/>
            <a:ext cx="152700" cy="152700"/>
          </a:xfrm>
          <a:prstGeom prst="mathPlus">
            <a:avLst>
              <a:gd fmla="val 23520" name="adj1"/>
            </a:avLst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9"/>
          <p:cNvSpPr/>
          <p:nvPr/>
        </p:nvSpPr>
        <p:spPr>
          <a:xfrm>
            <a:off x="7599100" y="3317625"/>
            <a:ext cx="152700" cy="152700"/>
          </a:xfrm>
          <a:prstGeom prst="mathPlus">
            <a:avLst>
              <a:gd fmla="val 23520" name="adj1"/>
            </a:avLst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9"/>
          <p:cNvSpPr txBox="1"/>
          <p:nvPr>
            <p:ph idx="2" type="body"/>
          </p:nvPr>
        </p:nvSpPr>
        <p:spPr>
          <a:xfrm>
            <a:off x="3711000" y="1871725"/>
            <a:ext cx="1722000" cy="1281600"/>
          </a:xfrm>
          <a:prstGeom prst="rect">
            <a:avLst/>
          </a:prstGeom>
        </p:spPr>
        <p:txBody>
          <a:bodyPr anchorCtr="0" anchor="b" bIns="68575" lIns="68575" spcFirstLastPara="1" rIns="68575" wrap="square" tIns="68575">
            <a:noAutofit/>
          </a:bodyPr>
          <a:lstStyle>
            <a:lvl1pPr indent="-298450" lvl="0" marL="4572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6" name="Google Shape;336;p29"/>
          <p:cNvSpPr txBox="1"/>
          <p:nvPr>
            <p:ph idx="3" type="body"/>
          </p:nvPr>
        </p:nvSpPr>
        <p:spPr>
          <a:xfrm>
            <a:off x="6814450" y="1871725"/>
            <a:ext cx="1722000" cy="1281600"/>
          </a:xfrm>
          <a:prstGeom prst="rect">
            <a:avLst/>
          </a:prstGeom>
        </p:spPr>
        <p:txBody>
          <a:bodyPr anchorCtr="0" anchor="b" bIns="68575" lIns="68575" spcFirstLastPara="1" rIns="68575" wrap="square" tIns="68575">
            <a:noAutofit/>
          </a:bodyPr>
          <a:lstStyle>
            <a:lvl1pPr indent="-298450" lvl="0" marL="4572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7" name="Google Shape;337;p29"/>
          <p:cNvSpPr txBox="1"/>
          <p:nvPr>
            <p:ph idx="4" type="subTitle"/>
          </p:nvPr>
        </p:nvSpPr>
        <p:spPr>
          <a:xfrm>
            <a:off x="258100" y="3623450"/>
            <a:ext cx="2421000" cy="328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38" name="Google Shape;338;p29"/>
          <p:cNvSpPr txBox="1"/>
          <p:nvPr>
            <p:ph idx="5" type="subTitle"/>
          </p:nvPr>
        </p:nvSpPr>
        <p:spPr>
          <a:xfrm>
            <a:off x="3361498" y="3623450"/>
            <a:ext cx="2421000" cy="328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39" name="Google Shape;339;p29"/>
          <p:cNvSpPr txBox="1"/>
          <p:nvPr>
            <p:ph idx="6" type="subTitle"/>
          </p:nvPr>
        </p:nvSpPr>
        <p:spPr>
          <a:xfrm>
            <a:off x="6464948" y="3623450"/>
            <a:ext cx="2421000" cy="328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">
  <p:cSld name="TITLE_AND_BODY_1_2_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"/>
          <p:cNvSpPr/>
          <p:nvPr/>
        </p:nvSpPr>
        <p:spPr>
          <a:xfrm>
            <a:off x="0" y="1160525"/>
            <a:ext cx="9144000" cy="39831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0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3" name="Google Shape;343;p30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4" name="Google Shape;344;p30"/>
          <p:cNvSpPr txBox="1"/>
          <p:nvPr>
            <p:ph idx="1" type="body"/>
          </p:nvPr>
        </p:nvSpPr>
        <p:spPr>
          <a:xfrm>
            <a:off x="566250" y="2376000"/>
            <a:ext cx="2090100" cy="1739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5" name="Google Shape;345;p30"/>
          <p:cNvSpPr txBox="1"/>
          <p:nvPr>
            <p:ph idx="2" type="body"/>
          </p:nvPr>
        </p:nvSpPr>
        <p:spPr>
          <a:xfrm>
            <a:off x="3464701" y="2377550"/>
            <a:ext cx="2221500" cy="1739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6" name="Google Shape;346;p30"/>
          <p:cNvSpPr txBox="1"/>
          <p:nvPr>
            <p:ph idx="3" type="body"/>
          </p:nvPr>
        </p:nvSpPr>
        <p:spPr>
          <a:xfrm>
            <a:off x="6428851" y="2377550"/>
            <a:ext cx="2221500" cy="1739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7" name="Google Shape;347;p30"/>
          <p:cNvSpPr txBox="1"/>
          <p:nvPr>
            <p:ph idx="4" type="subTitle"/>
          </p:nvPr>
        </p:nvSpPr>
        <p:spPr>
          <a:xfrm>
            <a:off x="566250" y="1803600"/>
            <a:ext cx="2090100" cy="504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5" type="subTitle"/>
          </p:nvPr>
        </p:nvSpPr>
        <p:spPr>
          <a:xfrm>
            <a:off x="3464688" y="1803600"/>
            <a:ext cx="2221500" cy="504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6" type="subTitle"/>
          </p:nvPr>
        </p:nvSpPr>
        <p:spPr>
          <a:xfrm>
            <a:off x="6428838" y="1803600"/>
            <a:ext cx="2221500" cy="504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50" name="Google Shape;350;p30"/>
          <p:cNvSpPr/>
          <p:nvPr/>
        </p:nvSpPr>
        <p:spPr>
          <a:xfrm>
            <a:off x="8572500" y="171300"/>
            <a:ext cx="400200" cy="4002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key metrics">
  <p:cSld name="TITLE_AND_BODY_1_2_1_4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1"/>
          <p:cNvSpPr/>
          <p:nvPr/>
        </p:nvSpPr>
        <p:spPr>
          <a:xfrm>
            <a:off x="0" y="1160525"/>
            <a:ext cx="9144000" cy="39831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1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4" name="Google Shape;354;p31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5" name="Google Shape;355;p31"/>
          <p:cNvSpPr txBox="1"/>
          <p:nvPr>
            <p:ph idx="1" type="body"/>
          </p:nvPr>
        </p:nvSpPr>
        <p:spPr>
          <a:xfrm>
            <a:off x="1253788" y="2376000"/>
            <a:ext cx="2556900" cy="1739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6" name="Google Shape;356;p31"/>
          <p:cNvSpPr txBox="1"/>
          <p:nvPr>
            <p:ph idx="2" type="body"/>
          </p:nvPr>
        </p:nvSpPr>
        <p:spPr>
          <a:xfrm>
            <a:off x="5172503" y="2377550"/>
            <a:ext cx="2717700" cy="1739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7" name="Google Shape;357;p31"/>
          <p:cNvSpPr txBox="1"/>
          <p:nvPr>
            <p:ph idx="3" type="subTitle"/>
          </p:nvPr>
        </p:nvSpPr>
        <p:spPr>
          <a:xfrm>
            <a:off x="1253788" y="1803600"/>
            <a:ext cx="2556900" cy="504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58" name="Google Shape;358;p31"/>
          <p:cNvSpPr txBox="1"/>
          <p:nvPr>
            <p:ph idx="4" type="subTitle"/>
          </p:nvPr>
        </p:nvSpPr>
        <p:spPr>
          <a:xfrm>
            <a:off x="5172487" y="1803600"/>
            <a:ext cx="2717700" cy="504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59" name="Google Shape;359;p31"/>
          <p:cNvSpPr/>
          <p:nvPr/>
        </p:nvSpPr>
        <p:spPr>
          <a:xfrm>
            <a:off x="8572500" y="171300"/>
            <a:ext cx="400200" cy="4002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2">
  <p:cSld name="TITLE_AND_BODY_1_2_1_3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/>
          <p:nvPr/>
        </p:nvSpPr>
        <p:spPr>
          <a:xfrm rot="10800000">
            <a:off x="1489475" y="4020875"/>
            <a:ext cx="400200" cy="4002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2"/>
          <p:cNvSpPr/>
          <p:nvPr/>
        </p:nvSpPr>
        <p:spPr>
          <a:xfrm rot="10800000">
            <a:off x="-128225" y="3982325"/>
            <a:ext cx="1370100" cy="13701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2"/>
          <p:cNvSpPr/>
          <p:nvPr/>
        </p:nvSpPr>
        <p:spPr>
          <a:xfrm>
            <a:off x="569625" y="1377275"/>
            <a:ext cx="2575500" cy="28758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2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5" name="Google Shape;365;p32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6" name="Google Shape;366;p32"/>
          <p:cNvSpPr txBox="1"/>
          <p:nvPr>
            <p:ph idx="1" type="body"/>
          </p:nvPr>
        </p:nvSpPr>
        <p:spPr>
          <a:xfrm>
            <a:off x="821800" y="2449762"/>
            <a:ext cx="2090100" cy="1016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67" name="Google Shape;367;p32"/>
          <p:cNvSpPr/>
          <p:nvPr/>
        </p:nvSpPr>
        <p:spPr>
          <a:xfrm>
            <a:off x="3287700" y="1377275"/>
            <a:ext cx="2575500" cy="28758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2"/>
          <p:cNvSpPr/>
          <p:nvPr/>
        </p:nvSpPr>
        <p:spPr>
          <a:xfrm>
            <a:off x="6005750" y="1377275"/>
            <a:ext cx="2575500" cy="28758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2"/>
          <p:cNvSpPr txBox="1"/>
          <p:nvPr>
            <p:ph idx="2" type="body"/>
          </p:nvPr>
        </p:nvSpPr>
        <p:spPr>
          <a:xfrm>
            <a:off x="3530388" y="2449762"/>
            <a:ext cx="2090100" cy="1016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0" name="Google Shape;370;p32"/>
          <p:cNvSpPr txBox="1"/>
          <p:nvPr>
            <p:ph idx="3" type="body"/>
          </p:nvPr>
        </p:nvSpPr>
        <p:spPr>
          <a:xfrm>
            <a:off x="6238988" y="2449762"/>
            <a:ext cx="2090100" cy="1016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1" name="Google Shape;371;p32"/>
          <p:cNvSpPr/>
          <p:nvPr/>
        </p:nvSpPr>
        <p:spPr>
          <a:xfrm>
            <a:off x="566250" y="1377275"/>
            <a:ext cx="2575500" cy="570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2" name="Google Shape;372;p32"/>
          <p:cNvSpPr txBox="1"/>
          <p:nvPr>
            <p:ph idx="4" type="subTitle"/>
          </p:nvPr>
        </p:nvSpPr>
        <p:spPr>
          <a:xfrm>
            <a:off x="821800" y="1937950"/>
            <a:ext cx="20901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73" name="Google Shape;373;p32"/>
          <p:cNvSpPr txBox="1"/>
          <p:nvPr>
            <p:ph idx="5" type="subTitle"/>
          </p:nvPr>
        </p:nvSpPr>
        <p:spPr>
          <a:xfrm>
            <a:off x="3530388" y="1937950"/>
            <a:ext cx="20901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74" name="Google Shape;374;p32"/>
          <p:cNvSpPr txBox="1"/>
          <p:nvPr>
            <p:ph idx="6" type="subTitle"/>
          </p:nvPr>
        </p:nvSpPr>
        <p:spPr>
          <a:xfrm>
            <a:off x="6238988" y="1937950"/>
            <a:ext cx="20901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75" name="Google Shape;375;p32"/>
          <p:cNvSpPr/>
          <p:nvPr/>
        </p:nvSpPr>
        <p:spPr>
          <a:xfrm>
            <a:off x="3286000" y="1377275"/>
            <a:ext cx="2575500" cy="570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6" name="Google Shape;376;p32"/>
          <p:cNvSpPr/>
          <p:nvPr/>
        </p:nvSpPr>
        <p:spPr>
          <a:xfrm>
            <a:off x="6005775" y="1377275"/>
            <a:ext cx="2575500" cy="570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4">
  <p:cSld name="TITLE_AND_BODY_1_2_1_1_2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9" name="Google Shape;379;p33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0" name="Google Shape;380;p33"/>
          <p:cNvSpPr txBox="1"/>
          <p:nvPr>
            <p:ph idx="1" type="body"/>
          </p:nvPr>
        </p:nvSpPr>
        <p:spPr>
          <a:xfrm>
            <a:off x="663050" y="2816837"/>
            <a:ext cx="2090100" cy="1016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1" name="Google Shape;381;p33"/>
          <p:cNvSpPr txBox="1"/>
          <p:nvPr>
            <p:ph idx="2" type="body"/>
          </p:nvPr>
        </p:nvSpPr>
        <p:spPr>
          <a:xfrm>
            <a:off x="3526950" y="2816837"/>
            <a:ext cx="2090100" cy="1016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2" name="Google Shape;382;p33"/>
          <p:cNvSpPr txBox="1"/>
          <p:nvPr>
            <p:ph idx="3" type="body"/>
          </p:nvPr>
        </p:nvSpPr>
        <p:spPr>
          <a:xfrm>
            <a:off x="6390850" y="2816837"/>
            <a:ext cx="2090100" cy="1016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3" name="Google Shape;383;p33"/>
          <p:cNvSpPr txBox="1"/>
          <p:nvPr>
            <p:ph idx="4" type="subTitle"/>
          </p:nvPr>
        </p:nvSpPr>
        <p:spPr>
          <a:xfrm>
            <a:off x="1091900" y="1827700"/>
            <a:ext cx="12324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84" name="Google Shape;384;p33"/>
          <p:cNvSpPr txBox="1"/>
          <p:nvPr>
            <p:ph idx="5" type="subTitle"/>
          </p:nvPr>
        </p:nvSpPr>
        <p:spPr>
          <a:xfrm>
            <a:off x="3955800" y="1827700"/>
            <a:ext cx="12324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85" name="Google Shape;385;p33"/>
          <p:cNvSpPr txBox="1"/>
          <p:nvPr>
            <p:ph idx="6" type="subTitle"/>
          </p:nvPr>
        </p:nvSpPr>
        <p:spPr>
          <a:xfrm>
            <a:off x="6819700" y="1827700"/>
            <a:ext cx="12324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aragraphs">
  <p:cSld name="TITLE_AND_BODY_1_1_1_1_1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4"/>
          <p:cNvSpPr/>
          <p:nvPr/>
        </p:nvSpPr>
        <p:spPr>
          <a:xfrm>
            <a:off x="645900" y="1380257"/>
            <a:ext cx="2418600" cy="663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4"/>
          <p:cNvSpPr/>
          <p:nvPr/>
        </p:nvSpPr>
        <p:spPr>
          <a:xfrm>
            <a:off x="6079500" y="1380202"/>
            <a:ext cx="2418600" cy="663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9" name="Google Shape;389;p34"/>
          <p:cNvSpPr/>
          <p:nvPr/>
        </p:nvSpPr>
        <p:spPr>
          <a:xfrm>
            <a:off x="3358950" y="1380202"/>
            <a:ext cx="2418600" cy="663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0" name="Google Shape;390;p34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91" name="Google Shape;391;p34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2" name="Google Shape;392;p34"/>
          <p:cNvSpPr txBox="1"/>
          <p:nvPr>
            <p:ph idx="1" type="body"/>
          </p:nvPr>
        </p:nvSpPr>
        <p:spPr>
          <a:xfrm>
            <a:off x="645900" y="1594925"/>
            <a:ext cx="2418600" cy="2188200"/>
          </a:xfrm>
          <a:prstGeom prst="rect">
            <a:avLst/>
          </a:prstGeom>
        </p:spPr>
        <p:txBody>
          <a:bodyPr anchorCtr="0" anchor="t" bIns="91425" lIns="91425" spcFirstLastPara="1" rIns="167400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3" name="Google Shape;393;p34"/>
          <p:cNvSpPr txBox="1"/>
          <p:nvPr>
            <p:ph idx="2" type="body"/>
          </p:nvPr>
        </p:nvSpPr>
        <p:spPr>
          <a:xfrm>
            <a:off x="3358950" y="1594950"/>
            <a:ext cx="2418600" cy="2188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4" name="Google Shape;394;p34"/>
          <p:cNvSpPr txBox="1"/>
          <p:nvPr>
            <p:ph idx="3" type="body"/>
          </p:nvPr>
        </p:nvSpPr>
        <p:spPr>
          <a:xfrm>
            <a:off x="6079500" y="1594950"/>
            <a:ext cx="2418600" cy="2188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5" name="Google Shape;395;p34"/>
          <p:cNvSpPr/>
          <p:nvPr/>
        </p:nvSpPr>
        <p:spPr>
          <a:xfrm>
            <a:off x="85650" y="85650"/>
            <a:ext cx="400200" cy="4002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25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items on timeline 1">
  <p:cSld name="MAIN_POINT_2_2_2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5"/>
          <p:cNvSpPr txBox="1"/>
          <p:nvPr>
            <p:ph type="title"/>
          </p:nvPr>
        </p:nvSpPr>
        <p:spPr>
          <a:xfrm>
            <a:off x="278250" y="445025"/>
            <a:ext cx="7803600" cy="475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8" name="Google Shape;398;p35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9" name="Google Shape;399;p35"/>
          <p:cNvSpPr txBox="1"/>
          <p:nvPr>
            <p:ph idx="1" type="body"/>
          </p:nvPr>
        </p:nvSpPr>
        <p:spPr>
          <a:xfrm>
            <a:off x="2691118" y="1237550"/>
            <a:ext cx="5390700" cy="663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0" name="Google Shape;400;p35"/>
          <p:cNvSpPr txBox="1"/>
          <p:nvPr>
            <p:ph idx="2" type="body"/>
          </p:nvPr>
        </p:nvSpPr>
        <p:spPr>
          <a:xfrm>
            <a:off x="2691118" y="2225625"/>
            <a:ext cx="5390700" cy="663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1" name="Google Shape;401;p35"/>
          <p:cNvSpPr txBox="1"/>
          <p:nvPr>
            <p:ph idx="3" type="body"/>
          </p:nvPr>
        </p:nvSpPr>
        <p:spPr>
          <a:xfrm>
            <a:off x="2691103" y="3297425"/>
            <a:ext cx="5390700" cy="663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402" name="Google Shape;402;p35"/>
          <p:cNvCxnSpPr/>
          <p:nvPr/>
        </p:nvCxnSpPr>
        <p:spPr>
          <a:xfrm>
            <a:off x="2366100" y="1266800"/>
            <a:ext cx="0" cy="3606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3" name="Google Shape;403;p35"/>
          <p:cNvSpPr/>
          <p:nvPr/>
        </p:nvSpPr>
        <p:spPr>
          <a:xfrm>
            <a:off x="2289750" y="1492850"/>
            <a:ext cx="152700" cy="152700"/>
          </a:xfrm>
          <a:prstGeom prst="mathPlus">
            <a:avLst>
              <a:gd fmla="val 23520" name="adj1"/>
            </a:avLst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5"/>
          <p:cNvSpPr/>
          <p:nvPr/>
        </p:nvSpPr>
        <p:spPr>
          <a:xfrm>
            <a:off x="2289750" y="2500275"/>
            <a:ext cx="152700" cy="152700"/>
          </a:xfrm>
          <a:prstGeom prst="mathPlus">
            <a:avLst>
              <a:gd fmla="val 23520" name="adj1"/>
            </a:avLst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5"/>
          <p:cNvSpPr/>
          <p:nvPr/>
        </p:nvSpPr>
        <p:spPr>
          <a:xfrm>
            <a:off x="2289750" y="3544525"/>
            <a:ext cx="152700" cy="152700"/>
          </a:xfrm>
          <a:prstGeom prst="mathPlus">
            <a:avLst>
              <a:gd fmla="val 23520" name="adj1"/>
            </a:avLst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5"/>
          <p:cNvSpPr txBox="1"/>
          <p:nvPr>
            <p:ph idx="4" type="subTitle"/>
          </p:nvPr>
        </p:nvSpPr>
        <p:spPr>
          <a:xfrm>
            <a:off x="203925" y="1404950"/>
            <a:ext cx="1995900" cy="328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407" name="Google Shape;407;p35"/>
          <p:cNvSpPr txBox="1"/>
          <p:nvPr>
            <p:ph idx="5" type="subTitle"/>
          </p:nvPr>
        </p:nvSpPr>
        <p:spPr>
          <a:xfrm>
            <a:off x="203925" y="2412375"/>
            <a:ext cx="1995900" cy="328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408" name="Google Shape;408;p35"/>
          <p:cNvSpPr txBox="1"/>
          <p:nvPr>
            <p:ph idx="6" type="subTitle"/>
          </p:nvPr>
        </p:nvSpPr>
        <p:spPr>
          <a:xfrm>
            <a:off x="203925" y="3456625"/>
            <a:ext cx="1995900" cy="328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409" name="Google Shape;409;p35"/>
          <p:cNvSpPr/>
          <p:nvPr/>
        </p:nvSpPr>
        <p:spPr>
          <a:xfrm>
            <a:off x="2289750" y="4329313"/>
            <a:ext cx="152700" cy="152700"/>
          </a:xfrm>
          <a:prstGeom prst="mathPlus">
            <a:avLst>
              <a:gd fmla="val 23520" name="adj1"/>
            </a:avLst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5"/>
          <p:cNvSpPr txBox="1"/>
          <p:nvPr>
            <p:ph idx="7" type="body"/>
          </p:nvPr>
        </p:nvSpPr>
        <p:spPr>
          <a:xfrm>
            <a:off x="2691103" y="4065025"/>
            <a:ext cx="5390700" cy="663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1" name="Google Shape;411;p35"/>
          <p:cNvSpPr txBox="1"/>
          <p:nvPr>
            <p:ph idx="8" type="subTitle"/>
          </p:nvPr>
        </p:nvSpPr>
        <p:spPr>
          <a:xfrm>
            <a:off x="203925" y="4232425"/>
            <a:ext cx="1995900" cy="3285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Open Sans Medium"/>
              <a:buNone/>
              <a:defRPr sz="14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None/>
              <a:defRPr sz="14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412" name="Google Shape;412;p35"/>
          <p:cNvSpPr/>
          <p:nvPr/>
        </p:nvSpPr>
        <p:spPr>
          <a:xfrm>
            <a:off x="8582548" y="0"/>
            <a:ext cx="577800" cy="33174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2">
  <p:cSld name="TITLE_AND_BODY_1_2_1_2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6"/>
          <p:cNvSpPr/>
          <p:nvPr/>
        </p:nvSpPr>
        <p:spPr>
          <a:xfrm>
            <a:off x="569477" y="1377275"/>
            <a:ext cx="1912800" cy="23406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6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6" name="Google Shape;416;p36"/>
          <p:cNvSpPr txBox="1"/>
          <p:nvPr>
            <p:ph idx="1" type="body"/>
          </p:nvPr>
        </p:nvSpPr>
        <p:spPr>
          <a:xfrm>
            <a:off x="756741" y="2449762"/>
            <a:ext cx="1551900" cy="1016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7" name="Google Shape;417;p36"/>
          <p:cNvSpPr/>
          <p:nvPr/>
        </p:nvSpPr>
        <p:spPr>
          <a:xfrm>
            <a:off x="566250" y="1377275"/>
            <a:ext cx="1912800" cy="459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6"/>
          <p:cNvSpPr txBox="1"/>
          <p:nvPr>
            <p:ph idx="2" type="subTitle"/>
          </p:nvPr>
        </p:nvSpPr>
        <p:spPr>
          <a:xfrm>
            <a:off x="756741" y="1937950"/>
            <a:ext cx="15519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419" name="Google Shape;419;p36"/>
          <p:cNvSpPr/>
          <p:nvPr/>
        </p:nvSpPr>
        <p:spPr>
          <a:xfrm>
            <a:off x="2601284" y="1377275"/>
            <a:ext cx="1912800" cy="23406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6"/>
          <p:cNvSpPr txBox="1"/>
          <p:nvPr>
            <p:ph idx="3" type="body"/>
          </p:nvPr>
        </p:nvSpPr>
        <p:spPr>
          <a:xfrm>
            <a:off x="2788548" y="2449762"/>
            <a:ext cx="1551900" cy="1016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1" name="Google Shape;421;p36"/>
          <p:cNvSpPr txBox="1"/>
          <p:nvPr>
            <p:ph idx="4" type="subTitle"/>
          </p:nvPr>
        </p:nvSpPr>
        <p:spPr>
          <a:xfrm>
            <a:off x="2788548" y="1937950"/>
            <a:ext cx="15519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422" name="Google Shape;422;p36"/>
          <p:cNvSpPr/>
          <p:nvPr/>
        </p:nvSpPr>
        <p:spPr>
          <a:xfrm>
            <a:off x="4633091" y="1377275"/>
            <a:ext cx="1912800" cy="23406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6"/>
          <p:cNvSpPr txBox="1"/>
          <p:nvPr>
            <p:ph idx="5" type="body"/>
          </p:nvPr>
        </p:nvSpPr>
        <p:spPr>
          <a:xfrm>
            <a:off x="4820355" y="2449762"/>
            <a:ext cx="1551900" cy="1016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4" name="Google Shape;424;p36"/>
          <p:cNvSpPr txBox="1"/>
          <p:nvPr>
            <p:ph idx="6" type="subTitle"/>
          </p:nvPr>
        </p:nvSpPr>
        <p:spPr>
          <a:xfrm>
            <a:off x="4820355" y="1937950"/>
            <a:ext cx="15519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425" name="Google Shape;425;p36"/>
          <p:cNvSpPr/>
          <p:nvPr/>
        </p:nvSpPr>
        <p:spPr>
          <a:xfrm>
            <a:off x="6664899" y="1377275"/>
            <a:ext cx="1912800" cy="2340600"/>
          </a:xfrm>
          <a:prstGeom prst="rect">
            <a:avLst/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6"/>
          <p:cNvSpPr txBox="1"/>
          <p:nvPr>
            <p:ph idx="7" type="body"/>
          </p:nvPr>
        </p:nvSpPr>
        <p:spPr>
          <a:xfrm>
            <a:off x="6852162" y="2449762"/>
            <a:ext cx="1551900" cy="1016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8" type="subTitle"/>
          </p:nvPr>
        </p:nvSpPr>
        <p:spPr>
          <a:xfrm>
            <a:off x="6852162" y="1937950"/>
            <a:ext cx="15519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428" name="Google Shape;428;p36"/>
          <p:cNvSpPr/>
          <p:nvPr/>
        </p:nvSpPr>
        <p:spPr>
          <a:xfrm>
            <a:off x="2608100" y="1377275"/>
            <a:ext cx="1912800" cy="459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6"/>
          <p:cNvSpPr/>
          <p:nvPr/>
        </p:nvSpPr>
        <p:spPr>
          <a:xfrm>
            <a:off x="4636500" y="1377275"/>
            <a:ext cx="1912800" cy="459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6"/>
          <p:cNvSpPr/>
          <p:nvPr/>
        </p:nvSpPr>
        <p:spPr>
          <a:xfrm>
            <a:off x="6664900" y="1377275"/>
            <a:ext cx="1912800" cy="459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6"/>
          <p:cNvSpPr/>
          <p:nvPr/>
        </p:nvSpPr>
        <p:spPr>
          <a:xfrm rot="10800000">
            <a:off x="1356725" y="4032755"/>
            <a:ext cx="307800" cy="3078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6"/>
          <p:cNvSpPr/>
          <p:nvPr/>
        </p:nvSpPr>
        <p:spPr>
          <a:xfrm rot="10800000">
            <a:off x="112723" y="4003225"/>
            <a:ext cx="1053600" cy="10536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6"/>
          <p:cNvSpPr/>
          <p:nvPr/>
        </p:nvSpPr>
        <p:spPr>
          <a:xfrm>
            <a:off x="8572500" y="171300"/>
            <a:ext cx="400200" cy="4002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3">
  <p:cSld name="TITLE_AND_BODY_1_2_1_1_1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7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6" name="Google Shape;436;p37"/>
          <p:cNvSpPr txBox="1"/>
          <p:nvPr>
            <p:ph idx="12" type="sldNum"/>
          </p:nvPr>
        </p:nvSpPr>
        <p:spPr>
          <a:xfrm>
            <a:off x="80290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7" name="Google Shape;437;p37"/>
          <p:cNvSpPr txBox="1"/>
          <p:nvPr>
            <p:ph idx="1" type="body"/>
          </p:nvPr>
        </p:nvSpPr>
        <p:spPr>
          <a:xfrm>
            <a:off x="714750" y="2740625"/>
            <a:ext cx="1788000" cy="1016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8" name="Google Shape;438;p37"/>
          <p:cNvSpPr txBox="1"/>
          <p:nvPr>
            <p:ph idx="2" type="subTitle"/>
          </p:nvPr>
        </p:nvSpPr>
        <p:spPr>
          <a:xfrm>
            <a:off x="992550" y="1993500"/>
            <a:ext cx="12324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439" name="Google Shape;439;p37"/>
          <p:cNvSpPr txBox="1"/>
          <p:nvPr>
            <p:ph idx="3" type="body"/>
          </p:nvPr>
        </p:nvSpPr>
        <p:spPr>
          <a:xfrm>
            <a:off x="2690250" y="2740625"/>
            <a:ext cx="1788000" cy="1016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0" name="Google Shape;440;p37"/>
          <p:cNvSpPr txBox="1"/>
          <p:nvPr>
            <p:ph idx="4" type="subTitle"/>
          </p:nvPr>
        </p:nvSpPr>
        <p:spPr>
          <a:xfrm>
            <a:off x="2968050" y="1993500"/>
            <a:ext cx="12324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441" name="Google Shape;441;p37"/>
          <p:cNvSpPr txBox="1"/>
          <p:nvPr>
            <p:ph idx="5" type="body"/>
          </p:nvPr>
        </p:nvSpPr>
        <p:spPr>
          <a:xfrm>
            <a:off x="4665750" y="2740625"/>
            <a:ext cx="1788000" cy="1016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2" name="Google Shape;442;p37"/>
          <p:cNvSpPr txBox="1"/>
          <p:nvPr>
            <p:ph idx="6" type="subTitle"/>
          </p:nvPr>
        </p:nvSpPr>
        <p:spPr>
          <a:xfrm>
            <a:off x="4943550" y="1993500"/>
            <a:ext cx="12324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443" name="Google Shape;443;p37"/>
          <p:cNvSpPr txBox="1"/>
          <p:nvPr>
            <p:ph idx="7" type="body"/>
          </p:nvPr>
        </p:nvSpPr>
        <p:spPr>
          <a:xfrm>
            <a:off x="6641250" y="2740625"/>
            <a:ext cx="1788000" cy="1016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8" type="subTitle"/>
          </p:nvPr>
        </p:nvSpPr>
        <p:spPr>
          <a:xfrm>
            <a:off x="6919050" y="1993500"/>
            <a:ext cx="1232400" cy="4344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Open Sans Medium"/>
              <a:buNone/>
              <a:defRPr sz="2000">
                <a:solidFill>
                  <a:schemeClr val="accent5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 Medium"/>
              <a:buNone/>
              <a:defRPr sz="20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445" name="Google Shape;445;p37"/>
          <p:cNvSpPr/>
          <p:nvPr/>
        </p:nvSpPr>
        <p:spPr>
          <a:xfrm>
            <a:off x="85650" y="85650"/>
            <a:ext cx="400200" cy="4002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">
  <p:cSld name="TITLE_AND_BODY_1_3_1_3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8"/>
          <p:cNvSpPr txBox="1"/>
          <p:nvPr>
            <p:ph type="title"/>
          </p:nvPr>
        </p:nvSpPr>
        <p:spPr>
          <a:xfrm>
            <a:off x="566250" y="445025"/>
            <a:ext cx="4093500" cy="393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48" name="Google Shape;448;p38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9" name="Google Shape;449;p38"/>
          <p:cNvSpPr txBox="1"/>
          <p:nvPr>
            <p:ph idx="1" type="body"/>
          </p:nvPr>
        </p:nvSpPr>
        <p:spPr>
          <a:xfrm>
            <a:off x="566250" y="1149575"/>
            <a:ext cx="4093500" cy="3513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9pPr>
          </a:lstStyle>
          <a:p/>
        </p:txBody>
      </p:sp>
      <p:sp>
        <p:nvSpPr>
          <p:cNvPr id="450" name="Google Shape;450;p38"/>
          <p:cNvSpPr/>
          <p:nvPr/>
        </p:nvSpPr>
        <p:spPr>
          <a:xfrm>
            <a:off x="5138125" y="2908075"/>
            <a:ext cx="2701800" cy="27018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8"/>
          <p:cNvSpPr/>
          <p:nvPr>
            <p:ph idx="2" type="pic"/>
          </p:nvPr>
        </p:nvSpPr>
        <p:spPr>
          <a:xfrm>
            <a:off x="5794650" y="571500"/>
            <a:ext cx="2778000" cy="400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 No Image">
  <p:cSld name="TITLE_AND_BODY_1_3_1_4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9"/>
          <p:cNvSpPr/>
          <p:nvPr/>
        </p:nvSpPr>
        <p:spPr>
          <a:xfrm>
            <a:off x="7507350" y="-1155050"/>
            <a:ext cx="2701800" cy="27018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9"/>
          <p:cNvSpPr txBox="1"/>
          <p:nvPr>
            <p:ph type="title"/>
          </p:nvPr>
        </p:nvSpPr>
        <p:spPr>
          <a:xfrm>
            <a:off x="566250" y="293700"/>
            <a:ext cx="77772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55" name="Google Shape;455;p39"/>
          <p:cNvSpPr txBox="1"/>
          <p:nvPr>
            <p:ph idx="1" type="body"/>
          </p:nvPr>
        </p:nvSpPr>
        <p:spPr>
          <a:xfrm>
            <a:off x="566250" y="920075"/>
            <a:ext cx="7777200" cy="2739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56" name="Google Shape;456;p39"/>
          <p:cNvSpPr/>
          <p:nvPr/>
        </p:nvSpPr>
        <p:spPr>
          <a:xfrm>
            <a:off x="85650" y="4657650"/>
            <a:ext cx="400200" cy="4002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9"/>
          <p:cNvSpPr/>
          <p:nvPr/>
        </p:nvSpPr>
        <p:spPr>
          <a:xfrm>
            <a:off x="-10950" y="0"/>
            <a:ext cx="354000" cy="33174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2">
  <p:cSld name="TITLE_AND_BODY_1_3_1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0"/>
          <p:cNvSpPr txBox="1"/>
          <p:nvPr>
            <p:ph type="title"/>
          </p:nvPr>
        </p:nvSpPr>
        <p:spPr>
          <a:xfrm>
            <a:off x="3531375" y="445025"/>
            <a:ext cx="5106900" cy="50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60" name="Google Shape;460;p40"/>
          <p:cNvSpPr txBox="1"/>
          <p:nvPr>
            <p:ph idx="12" type="sldNum"/>
          </p:nvPr>
        </p:nvSpPr>
        <p:spPr>
          <a:xfrm>
            <a:off x="7999953" y="4663224"/>
            <a:ext cx="577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1" name="Google Shape;461;p40"/>
          <p:cNvSpPr txBox="1"/>
          <p:nvPr>
            <p:ph idx="1" type="body"/>
          </p:nvPr>
        </p:nvSpPr>
        <p:spPr>
          <a:xfrm>
            <a:off x="3531375" y="1077925"/>
            <a:ext cx="5106900" cy="32805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✓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✓"/>
              <a:defRPr/>
            </a:lvl9pPr>
          </a:lstStyle>
          <a:p/>
        </p:txBody>
      </p:sp>
      <p:sp>
        <p:nvSpPr>
          <p:cNvPr id="462" name="Google Shape;462;p40"/>
          <p:cNvSpPr/>
          <p:nvPr/>
        </p:nvSpPr>
        <p:spPr>
          <a:xfrm>
            <a:off x="1562850" y="3136675"/>
            <a:ext cx="2701800" cy="27018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0"/>
          <p:cNvSpPr/>
          <p:nvPr>
            <p:ph idx="2" type="pic"/>
          </p:nvPr>
        </p:nvSpPr>
        <p:spPr>
          <a:xfrm>
            <a:off x="496050" y="571500"/>
            <a:ext cx="2300400" cy="400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1">
  <p:cSld name="TITLE_AND_BODY_1_4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1"/>
          <p:cNvSpPr txBox="1"/>
          <p:nvPr>
            <p:ph type="title"/>
          </p:nvPr>
        </p:nvSpPr>
        <p:spPr>
          <a:xfrm>
            <a:off x="566250" y="408150"/>
            <a:ext cx="77772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6" name="Google Shape;466;p41"/>
          <p:cNvSpPr txBox="1"/>
          <p:nvPr>
            <p:ph idx="1" type="body"/>
          </p:nvPr>
        </p:nvSpPr>
        <p:spPr>
          <a:xfrm>
            <a:off x="566250" y="1018800"/>
            <a:ext cx="7777200" cy="27669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7" name="Google Shape;467;p41"/>
          <p:cNvSpPr/>
          <p:nvPr/>
        </p:nvSpPr>
        <p:spPr>
          <a:xfrm>
            <a:off x="8582548" y="0"/>
            <a:ext cx="577800" cy="3317400"/>
          </a:xfrm>
          <a:prstGeom prst="rect">
            <a:avLst/>
          </a:prstGeom>
          <a:gradFill>
            <a:gsLst>
              <a:gs pos="0">
                <a:srgbClr val="2198E4"/>
              </a:gs>
              <a:gs pos="100000">
                <a:srgbClr val="0C62DF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68" name="Google Shape;468;p41"/>
          <p:cNvSpPr/>
          <p:nvPr/>
        </p:nvSpPr>
        <p:spPr>
          <a:xfrm rot="10800000">
            <a:off x="1356725" y="4032755"/>
            <a:ext cx="307800" cy="3078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1"/>
          <p:cNvSpPr/>
          <p:nvPr/>
        </p:nvSpPr>
        <p:spPr>
          <a:xfrm rot="10800000">
            <a:off x="112723" y="4003225"/>
            <a:ext cx="1053600" cy="1053600"/>
          </a:xfrm>
          <a:prstGeom prst="plus">
            <a:avLst>
              <a:gd fmla="val 34849" name="adj"/>
            </a:avLst>
          </a:prstGeom>
          <a:solidFill>
            <a:srgbClr val="E2E8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4 v1">
  <p:cSld name="CUSTOM_29_2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2"/>
          <p:cNvSpPr txBox="1"/>
          <p:nvPr>
            <p:ph type="title"/>
          </p:nvPr>
        </p:nvSpPr>
        <p:spPr>
          <a:xfrm>
            <a:off x="379400" y="559050"/>
            <a:ext cx="8198400" cy="863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72" name="Google Shape;472;p42"/>
          <p:cNvSpPr/>
          <p:nvPr/>
        </p:nvSpPr>
        <p:spPr>
          <a:xfrm>
            <a:off x="379400" y="1614000"/>
            <a:ext cx="815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473" name="Google Shape;473;p42"/>
          <p:cNvSpPr/>
          <p:nvPr/>
        </p:nvSpPr>
        <p:spPr>
          <a:xfrm>
            <a:off x="4581475" y="1614000"/>
            <a:ext cx="815400" cy="73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474" name="Google Shape;474;p42"/>
          <p:cNvSpPr/>
          <p:nvPr/>
        </p:nvSpPr>
        <p:spPr>
          <a:xfrm>
            <a:off x="379400" y="2798975"/>
            <a:ext cx="815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475" name="Google Shape;475;p42"/>
          <p:cNvSpPr/>
          <p:nvPr/>
        </p:nvSpPr>
        <p:spPr>
          <a:xfrm>
            <a:off x="4581475" y="2798975"/>
            <a:ext cx="815400" cy="73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476" name="Google Shape;476;p42"/>
          <p:cNvSpPr txBox="1"/>
          <p:nvPr>
            <p:ph idx="1" type="body"/>
          </p:nvPr>
        </p:nvSpPr>
        <p:spPr>
          <a:xfrm>
            <a:off x="1321375" y="1713588"/>
            <a:ext cx="3054300" cy="531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77" name="Google Shape;477;p42"/>
          <p:cNvSpPr txBox="1"/>
          <p:nvPr>
            <p:ph idx="2" type="body"/>
          </p:nvPr>
        </p:nvSpPr>
        <p:spPr>
          <a:xfrm>
            <a:off x="5523450" y="1713588"/>
            <a:ext cx="3054300" cy="531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78" name="Google Shape;478;p42"/>
          <p:cNvSpPr txBox="1"/>
          <p:nvPr>
            <p:ph idx="3" type="body"/>
          </p:nvPr>
        </p:nvSpPr>
        <p:spPr>
          <a:xfrm>
            <a:off x="1321375" y="2911988"/>
            <a:ext cx="3054300" cy="531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79" name="Google Shape;479;p42"/>
          <p:cNvSpPr txBox="1"/>
          <p:nvPr>
            <p:ph idx="4" type="body"/>
          </p:nvPr>
        </p:nvSpPr>
        <p:spPr>
          <a:xfrm>
            <a:off x="5523450" y="2911988"/>
            <a:ext cx="3054300" cy="531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80" name="Google Shape;480;p42"/>
          <p:cNvSpPr txBox="1"/>
          <p:nvPr>
            <p:ph idx="5" type="subTitle"/>
          </p:nvPr>
        </p:nvSpPr>
        <p:spPr>
          <a:xfrm>
            <a:off x="542300" y="1762950"/>
            <a:ext cx="489600" cy="43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42"/>
          <p:cNvSpPr txBox="1"/>
          <p:nvPr>
            <p:ph idx="6" type="subTitle"/>
          </p:nvPr>
        </p:nvSpPr>
        <p:spPr>
          <a:xfrm>
            <a:off x="4744375" y="1762950"/>
            <a:ext cx="489600" cy="43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2" name="Google Shape;482;p42"/>
          <p:cNvSpPr txBox="1"/>
          <p:nvPr>
            <p:ph idx="7" type="subTitle"/>
          </p:nvPr>
        </p:nvSpPr>
        <p:spPr>
          <a:xfrm>
            <a:off x="542300" y="2961350"/>
            <a:ext cx="489600" cy="43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42"/>
          <p:cNvSpPr txBox="1"/>
          <p:nvPr>
            <p:ph idx="8" type="subTitle"/>
          </p:nvPr>
        </p:nvSpPr>
        <p:spPr>
          <a:xfrm>
            <a:off x="4744375" y="2961350"/>
            <a:ext cx="489600" cy="43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63">
          <p15:clr>
            <a:srgbClr val="E46962"/>
          </p15:clr>
        </p15:guide>
        <p15:guide id="2" orient="horz" pos="1017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4 v2">
  <p:cSld name="CUSTOM_29_1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3"/>
          <p:cNvSpPr txBox="1"/>
          <p:nvPr>
            <p:ph type="title"/>
          </p:nvPr>
        </p:nvSpPr>
        <p:spPr>
          <a:xfrm>
            <a:off x="566250" y="2285400"/>
            <a:ext cx="3183600" cy="572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86" name="Google Shape;486;p43"/>
          <p:cNvSpPr/>
          <p:nvPr/>
        </p:nvSpPr>
        <p:spPr>
          <a:xfrm>
            <a:off x="5514200" y="699375"/>
            <a:ext cx="2741400" cy="73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487" name="Google Shape;487;p43"/>
          <p:cNvSpPr/>
          <p:nvPr/>
        </p:nvSpPr>
        <p:spPr>
          <a:xfrm>
            <a:off x="5514200" y="1704125"/>
            <a:ext cx="2741400" cy="73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488" name="Google Shape;488;p43"/>
          <p:cNvSpPr/>
          <p:nvPr/>
        </p:nvSpPr>
        <p:spPr>
          <a:xfrm>
            <a:off x="5514200" y="2708875"/>
            <a:ext cx="2741400" cy="73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489" name="Google Shape;489;p43"/>
          <p:cNvSpPr/>
          <p:nvPr/>
        </p:nvSpPr>
        <p:spPr>
          <a:xfrm>
            <a:off x="5514200" y="3713625"/>
            <a:ext cx="2741400" cy="73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490" name="Google Shape;490;p43"/>
          <p:cNvSpPr txBox="1"/>
          <p:nvPr>
            <p:ph idx="1" type="body"/>
          </p:nvPr>
        </p:nvSpPr>
        <p:spPr>
          <a:xfrm>
            <a:off x="6152675" y="825225"/>
            <a:ext cx="1884600" cy="48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1" name="Google Shape;491;p43"/>
          <p:cNvSpPr txBox="1"/>
          <p:nvPr>
            <p:ph idx="2" type="body"/>
          </p:nvPr>
        </p:nvSpPr>
        <p:spPr>
          <a:xfrm>
            <a:off x="6149725" y="1827425"/>
            <a:ext cx="1884600" cy="48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2" name="Google Shape;492;p43"/>
          <p:cNvSpPr txBox="1"/>
          <p:nvPr>
            <p:ph idx="3" type="body"/>
          </p:nvPr>
        </p:nvSpPr>
        <p:spPr>
          <a:xfrm>
            <a:off x="6149725" y="2845138"/>
            <a:ext cx="1884600" cy="48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3" name="Google Shape;493;p43"/>
          <p:cNvSpPr txBox="1"/>
          <p:nvPr>
            <p:ph idx="4" type="body"/>
          </p:nvPr>
        </p:nvSpPr>
        <p:spPr>
          <a:xfrm>
            <a:off x="6149725" y="3836925"/>
            <a:ext cx="1884600" cy="48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4" name="Google Shape;494;p43"/>
          <p:cNvSpPr txBox="1"/>
          <p:nvPr>
            <p:ph idx="5" type="subTitle"/>
          </p:nvPr>
        </p:nvSpPr>
        <p:spPr>
          <a:xfrm>
            <a:off x="5647000" y="851400"/>
            <a:ext cx="455400" cy="4422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5" name="Google Shape;495;p43"/>
          <p:cNvSpPr txBox="1"/>
          <p:nvPr>
            <p:ph idx="6" type="subTitle"/>
          </p:nvPr>
        </p:nvSpPr>
        <p:spPr>
          <a:xfrm>
            <a:off x="5647000" y="1848275"/>
            <a:ext cx="455400" cy="4422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6" name="Google Shape;496;p43"/>
          <p:cNvSpPr txBox="1"/>
          <p:nvPr>
            <p:ph idx="7" type="subTitle"/>
          </p:nvPr>
        </p:nvSpPr>
        <p:spPr>
          <a:xfrm>
            <a:off x="5647000" y="2866000"/>
            <a:ext cx="455400" cy="4422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7" name="Google Shape;497;p43"/>
          <p:cNvSpPr txBox="1"/>
          <p:nvPr>
            <p:ph idx="8" type="subTitle"/>
          </p:nvPr>
        </p:nvSpPr>
        <p:spPr>
          <a:xfrm>
            <a:off x="5694325" y="3867260"/>
            <a:ext cx="455400" cy="4422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3 v1">
  <p:cSld name="CUSTOM_30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>
            <p:ph type="title"/>
          </p:nvPr>
        </p:nvSpPr>
        <p:spPr>
          <a:xfrm>
            <a:off x="379400" y="445025"/>
            <a:ext cx="83721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00" name="Google Shape;500;p44"/>
          <p:cNvSpPr/>
          <p:nvPr/>
        </p:nvSpPr>
        <p:spPr>
          <a:xfrm>
            <a:off x="379400" y="2644450"/>
            <a:ext cx="639300" cy="572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01" name="Google Shape;501;p44"/>
          <p:cNvSpPr txBox="1"/>
          <p:nvPr>
            <p:ph idx="1" type="body"/>
          </p:nvPr>
        </p:nvSpPr>
        <p:spPr>
          <a:xfrm>
            <a:off x="1112700" y="2665150"/>
            <a:ext cx="1846800" cy="531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02" name="Google Shape;502;p44"/>
          <p:cNvSpPr txBox="1"/>
          <p:nvPr>
            <p:ph idx="2" type="body"/>
          </p:nvPr>
        </p:nvSpPr>
        <p:spPr>
          <a:xfrm>
            <a:off x="4043713" y="2665150"/>
            <a:ext cx="1846800" cy="531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03" name="Google Shape;503;p44"/>
          <p:cNvSpPr txBox="1"/>
          <p:nvPr>
            <p:ph idx="3" type="body"/>
          </p:nvPr>
        </p:nvSpPr>
        <p:spPr>
          <a:xfrm>
            <a:off x="6877225" y="2665150"/>
            <a:ext cx="1846800" cy="531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04" name="Google Shape;504;p44"/>
          <p:cNvSpPr/>
          <p:nvPr/>
        </p:nvSpPr>
        <p:spPr>
          <a:xfrm>
            <a:off x="3253500" y="2644450"/>
            <a:ext cx="639300" cy="572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05" name="Google Shape;505;p44"/>
          <p:cNvSpPr/>
          <p:nvPr/>
        </p:nvSpPr>
        <p:spPr>
          <a:xfrm>
            <a:off x="6133400" y="2644450"/>
            <a:ext cx="639300" cy="572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06" name="Google Shape;506;p44"/>
          <p:cNvSpPr txBox="1"/>
          <p:nvPr>
            <p:ph idx="4" type="subTitle"/>
          </p:nvPr>
        </p:nvSpPr>
        <p:spPr>
          <a:xfrm>
            <a:off x="454250" y="2714500"/>
            <a:ext cx="489600" cy="43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44"/>
          <p:cNvSpPr txBox="1"/>
          <p:nvPr>
            <p:ph idx="5" type="subTitle"/>
          </p:nvPr>
        </p:nvSpPr>
        <p:spPr>
          <a:xfrm>
            <a:off x="3331250" y="2714500"/>
            <a:ext cx="489600" cy="43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8" name="Google Shape;508;p44"/>
          <p:cNvSpPr txBox="1"/>
          <p:nvPr>
            <p:ph idx="6" type="subTitle"/>
          </p:nvPr>
        </p:nvSpPr>
        <p:spPr>
          <a:xfrm>
            <a:off x="6211935" y="2714500"/>
            <a:ext cx="489600" cy="43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3 v2">
  <p:cSld name="CUSTOM_31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5"/>
          <p:cNvSpPr txBox="1"/>
          <p:nvPr>
            <p:ph type="title"/>
          </p:nvPr>
        </p:nvSpPr>
        <p:spPr>
          <a:xfrm>
            <a:off x="566250" y="2285400"/>
            <a:ext cx="3972600" cy="572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11" name="Google Shape;511;p45"/>
          <p:cNvSpPr/>
          <p:nvPr/>
        </p:nvSpPr>
        <p:spPr>
          <a:xfrm>
            <a:off x="5514200" y="1201750"/>
            <a:ext cx="2741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12" name="Google Shape;512;p45"/>
          <p:cNvSpPr/>
          <p:nvPr/>
        </p:nvSpPr>
        <p:spPr>
          <a:xfrm>
            <a:off x="5514200" y="2206500"/>
            <a:ext cx="2741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13" name="Google Shape;513;p45"/>
          <p:cNvSpPr/>
          <p:nvPr/>
        </p:nvSpPr>
        <p:spPr>
          <a:xfrm>
            <a:off x="5514200" y="3211250"/>
            <a:ext cx="2741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14" name="Google Shape;514;p45"/>
          <p:cNvSpPr txBox="1"/>
          <p:nvPr>
            <p:ph idx="1" type="body"/>
          </p:nvPr>
        </p:nvSpPr>
        <p:spPr>
          <a:xfrm>
            <a:off x="6152675" y="1327600"/>
            <a:ext cx="1884600" cy="48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5" name="Google Shape;515;p45"/>
          <p:cNvSpPr txBox="1"/>
          <p:nvPr>
            <p:ph idx="2" type="body"/>
          </p:nvPr>
        </p:nvSpPr>
        <p:spPr>
          <a:xfrm>
            <a:off x="6149725" y="2329800"/>
            <a:ext cx="1884600" cy="48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6" name="Google Shape;516;p45"/>
          <p:cNvSpPr txBox="1"/>
          <p:nvPr>
            <p:ph idx="3" type="body"/>
          </p:nvPr>
        </p:nvSpPr>
        <p:spPr>
          <a:xfrm>
            <a:off x="6149725" y="3347513"/>
            <a:ext cx="1884600" cy="48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7" name="Google Shape;517;p45"/>
          <p:cNvSpPr txBox="1"/>
          <p:nvPr>
            <p:ph idx="4" type="subTitle"/>
          </p:nvPr>
        </p:nvSpPr>
        <p:spPr>
          <a:xfrm>
            <a:off x="5647000" y="1353775"/>
            <a:ext cx="455400" cy="4422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8" name="Google Shape;518;p45"/>
          <p:cNvSpPr txBox="1"/>
          <p:nvPr>
            <p:ph idx="5" type="subTitle"/>
          </p:nvPr>
        </p:nvSpPr>
        <p:spPr>
          <a:xfrm>
            <a:off x="5647000" y="2350650"/>
            <a:ext cx="455400" cy="4422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9" name="Google Shape;519;p45"/>
          <p:cNvSpPr txBox="1"/>
          <p:nvPr>
            <p:ph idx="6" type="subTitle"/>
          </p:nvPr>
        </p:nvSpPr>
        <p:spPr>
          <a:xfrm>
            <a:off x="5647000" y="3368375"/>
            <a:ext cx="455400" cy="4422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2 v1">
  <p:cSld name="CUSTOM_32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6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22" name="Google Shape;522;p46"/>
          <p:cNvSpPr/>
          <p:nvPr/>
        </p:nvSpPr>
        <p:spPr>
          <a:xfrm>
            <a:off x="513900" y="2454550"/>
            <a:ext cx="816000" cy="723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23" name="Google Shape;523;p46"/>
          <p:cNvSpPr txBox="1"/>
          <p:nvPr>
            <p:ph idx="1" type="body"/>
          </p:nvPr>
        </p:nvSpPr>
        <p:spPr>
          <a:xfrm>
            <a:off x="1501026" y="2444234"/>
            <a:ext cx="2586000" cy="7440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24" name="Google Shape;524;p46"/>
          <p:cNvSpPr txBox="1"/>
          <p:nvPr>
            <p:ph idx="2" type="body"/>
          </p:nvPr>
        </p:nvSpPr>
        <p:spPr>
          <a:xfrm>
            <a:off x="5991742" y="2448697"/>
            <a:ext cx="2586000" cy="7440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25" name="Google Shape;525;p46"/>
          <p:cNvSpPr/>
          <p:nvPr/>
        </p:nvSpPr>
        <p:spPr>
          <a:xfrm>
            <a:off x="4924925" y="2459596"/>
            <a:ext cx="816000" cy="73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26" name="Google Shape;526;p46"/>
          <p:cNvSpPr txBox="1"/>
          <p:nvPr>
            <p:ph idx="3" type="subTitle"/>
          </p:nvPr>
        </p:nvSpPr>
        <p:spPr>
          <a:xfrm>
            <a:off x="677100" y="2608850"/>
            <a:ext cx="489600" cy="43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7" name="Google Shape;527;p46"/>
          <p:cNvSpPr txBox="1"/>
          <p:nvPr>
            <p:ph idx="4" type="subTitle"/>
          </p:nvPr>
        </p:nvSpPr>
        <p:spPr>
          <a:xfrm>
            <a:off x="5088125" y="2608850"/>
            <a:ext cx="489600" cy="43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ultiple Quiz Options 2 v2">
  <p:cSld name="CUSTOM_33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7"/>
          <p:cNvSpPr txBox="1"/>
          <p:nvPr>
            <p:ph type="title"/>
          </p:nvPr>
        </p:nvSpPr>
        <p:spPr>
          <a:xfrm>
            <a:off x="566250" y="2285400"/>
            <a:ext cx="3999600" cy="572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0" name="Google Shape;530;p47"/>
          <p:cNvSpPr/>
          <p:nvPr/>
        </p:nvSpPr>
        <p:spPr>
          <a:xfrm>
            <a:off x="5514200" y="1462250"/>
            <a:ext cx="2741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31" name="Google Shape;531;p47"/>
          <p:cNvSpPr/>
          <p:nvPr/>
        </p:nvSpPr>
        <p:spPr>
          <a:xfrm>
            <a:off x="5514200" y="2950750"/>
            <a:ext cx="2741400" cy="73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32" name="Google Shape;532;p47"/>
          <p:cNvSpPr txBox="1"/>
          <p:nvPr>
            <p:ph idx="1" type="body"/>
          </p:nvPr>
        </p:nvSpPr>
        <p:spPr>
          <a:xfrm>
            <a:off x="6152675" y="1588100"/>
            <a:ext cx="1884600" cy="48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3" name="Google Shape;533;p47"/>
          <p:cNvSpPr txBox="1"/>
          <p:nvPr>
            <p:ph idx="2" type="body"/>
          </p:nvPr>
        </p:nvSpPr>
        <p:spPr>
          <a:xfrm>
            <a:off x="6149725" y="3074050"/>
            <a:ext cx="1884600" cy="48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4" name="Google Shape;534;p47"/>
          <p:cNvSpPr txBox="1"/>
          <p:nvPr>
            <p:ph idx="3" type="subTitle"/>
          </p:nvPr>
        </p:nvSpPr>
        <p:spPr>
          <a:xfrm>
            <a:off x="5647000" y="1614275"/>
            <a:ext cx="455400" cy="4422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5" name="Google Shape;535;p47"/>
          <p:cNvSpPr txBox="1"/>
          <p:nvPr>
            <p:ph idx="4" type="subTitle"/>
          </p:nvPr>
        </p:nvSpPr>
        <p:spPr>
          <a:xfrm>
            <a:off x="5647000" y="3094900"/>
            <a:ext cx="455400" cy="4422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4 v1">
  <p:cSld name="CUSTOM_35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8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38" name="Google Shape;538;p48"/>
          <p:cNvSpPr/>
          <p:nvPr/>
        </p:nvSpPr>
        <p:spPr>
          <a:xfrm>
            <a:off x="379400" y="1614000"/>
            <a:ext cx="815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39" name="Google Shape;539;p48"/>
          <p:cNvSpPr/>
          <p:nvPr/>
        </p:nvSpPr>
        <p:spPr>
          <a:xfrm>
            <a:off x="4581475" y="1614000"/>
            <a:ext cx="815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40" name="Google Shape;540;p48"/>
          <p:cNvSpPr/>
          <p:nvPr/>
        </p:nvSpPr>
        <p:spPr>
          <a:xfrm>
            <a:off x="379400" y="2798975"/>
            <a:ext cx="815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41" name="Google Shape;541;p48"/>
          <p:cNvSpPr/>
          <p:nvPr/>
        </p:nvSpPr>
        <p:spPr>
          <a:xfrm>
            <a:off x="4581475" y="2798975"/>
            <a:ext cx="815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42" name="Google Shape;542;p48"/>
          <p:cNvSpPr txBox="1"/>
          <p:nvPr>
            <p:ph idx="1" type="body"/>
          </p:nvPr>
        </p:nvSpPr>
        <p:spPr>
          <a:xfrm>
            <a:off x="1321375" y="1713588"/>
            <a:ext cx="3054300" cy="531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43" name="Google Shape;543;p48"/>
          <p:cNvSpPr txBox="1"/>
          <p:nvPr>
            <p:ph idx="2" type="body"/>
          </p:nvPr>
        </p:nvSpPr>
        <p:spPr>
          <a:xfrm>
            <a:off x="5523450" y="1713588"/>
            <a:ext cx="3054300" cy="531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44" name="Google Shape;544;p48"/>
          <p:cNvSpPr txBox="1"/>
          <p:nvPr>
            <p:ph idx="3" type="body"/>
          </p:nvPr>
        </p:nvSpPr>
        <p:spPr>
          <a:xfrm>
            <a:off x="1321375" y="2911988"/>
            <a:ext cx="3054300" cy="531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45" name="Google Shape;545;p48"/>
          <p:cNvSpPr txBox="1"/>
          <p:nvPr>
            <p:ph idx="4" type="body"/>
          </p:nvPr>
        </p:nvSpPr>
        <p:spPr>
          <a:xfrm>
            <a:off x="5523450" y="2911988"/>
            <a:ext cx="3054300" cy="531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46" name="Google Shape;546;p48"/>
          <p:cNvSpPr txBox="1"/>
          <p:nvPr>
            <p:ph idx="5" type="subTitle"/>
          </p:nvPr>
        </p:nvSpPr>
        <p:spPr>
          <a:xfrm>
            <a:off x="542300" y="1762950"/>
            <a:ext cx="489600" cy="43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7" name="Google Shape;547;p48"/>
          <p:cNvSpPr txBox="1"/>
          <p:nvPr>
            <p:ph idx="6" type="subTitle"/>
          </p:nvPr>
        </p:nvSpPr>
        <p:spPr>
          <a:xfrm>
            <a:off x="4744375" y="1762950"/>
            <a:ext cx="489600" cy="43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8" name="Google Shape;548;p48"/>
          <p:cNvSpPr txBox="1"/>
          <p:nvPr>
            <p:ph idx="7" type="subTitle"/>
          </p:nvPr>
        </p:nvSpPr>
        <p:spPr>
          <a:xfrm>
            <a:off x="542300" y="2961350"/>
            <a:ext cx="489600" cy="43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48"/>
          <p:cNvSpPr txBox="1"/>
          <p:nvPr>
            <p:ph idx="8" type="subTitle"/>
          </p:nvPr>
        </p:nvSpPr>
        <p:spPr>
          <a:xfrm>
            <a:off x="4744375" y="2961350"/>
            <a:ext cx="489600" cy="43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4 v2">
  <p:cSld name="CUSTOM_36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9"/>
          <p:cNvSpPr txBox="1"/>
          <p:nvPr>
            <p:ph type="title"/>
          </p:nvPr>
        </p:nvSpPr>
        <p:spPr>
          <a:xfrm>
            <a:off x="566250" y="2285400"/>
            <a:ext cx="3638100" cy="572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52" name="Google Shape;552;p49"/>
          <p:cNvSpPr/>
          <p:nvPr/>
        </p:nvSpPr>
        <p:spPr>
          <a:xfrm>
            <a:off x="5514200" y="699375"/>
            <a:ext cx="2741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53" name="Google Shape;553;p49"/>
          <p:cNvSpPr/>
          <p:nvPr/>
        </p:nvSpPr>
        <p:spPr>
          <a:xfrm>
            <a:off x="5514200" y="1704125"/>
            <a:ext cx="2741400" cy="73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54" name="Google Shape;554;p49"/>
          <p:cNvSpPr/>
          <p:nvPr/>
        </p:nvSpPr>
        <p:spPr>
          <a:xfrm>
            <a:off x="5514200" y="2708875"/>
            <a:ext cx="27414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55" name="Google Shape;555;p49"/>
          <p:cNvSpPr/>
          <p:nvPr/>
        </p:nvSpPr>
        <p:spPr>
          <a:xfrm>
            <a:off x="5514200" y="3713625"/>
            <a:ext cx="2741400" cy="73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56" name="Google Shape;556;p49"/>
          <p:cNvSpPr txBox="1"/>
          <p:nvPr>
            <p:ph idx="1" type="body"/>
          </p:nvPr>
        </p:nvSpPr>
        <p:spPr>
          <a:xfrm>
            <a:off x="6152675" y="825225"/>
            <a:ext cx="1884600" cy="48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7" name="Google Shape;557;p49"/>
          <p:cNvSpPr txBox="1"/>
          <p:nvPr>
            <p:ph idx="2" type="body"/>
          </p:nvPr>
        </p:nvSpPr>
        <p:spPr>
          <a:xfrm>
            <a:off x="6149725" y="1827425"/>
            <a:ext cx="1884600" cy="48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8" name="Google Shape;558;p49"/>
          <p:cNvSpPr txBox="1"/>
          <p:nvPr>
            <p:ph idx="3" type="body"/>
          </p:nvPr>
        </p:nvSpPr>
        <p:spPr>
          <a:xfrm>
            <a:off x="6149725" y="2845138"/>
            <a:ext cx="1884600" cy="48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9" name="Google Shape;559;p49"/>
          <p:cNvSpPr txBox="1"/>
          <p:nvPr>
            <p:ph idx="4" type="body"/>
          </p:nvPr>
        </p:nvSpPr>
        <p:spPr>
          <a:xfrm>
            <a:off x="6149725" y="3836925"/>
            <a:ext cx="1884600" cy="48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0" name="Google Shape;560;p49"/>
          <p:cNvSpPr txBox="1"/>
          <p:nvPr>
            <p:ph idx="5" type="subTitle"/>
          </p:nvPr>
        </p:nvSpPr>
        <p:spPr>
          <a:xfrm>
            <a:off x="5647000" y="851400"/>
            <a:ext cx="455400" cy="4422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1" name="Google Shape;561;p49"/>
          <p:cNvSpPr txBox="1"/>
          <p:nvPr>
            <p:ph idx="6" type="subTitle"/>
          </p:nvPr>
        </p:nvSpPr>
        <p:spPr>
          <a:xfrm>
            <a:off x="5647000" y="1848275"/>
            <a:ext cx="455400" cy="4422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2" name="Google Shape;562;p49"/>
          <p:cNvSpPr txBox="1"/>
          <p:nvPr>
            <p:ph idx="7" type="subTitle"/>
          </p:nvPr>
        </p:nvSpPr>
        <p:spPr>
          <a:xfrm>
            <a:off x="5647000" y="2866000"/>
            <a:ext cx="455400" cy="4422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3" name="Google Shape;563;p49"/>
          <p:cNvSpPr txBox="1"/>
          <p:nvPr>
            <p:ph idx="8" type="subTitle"/>
          </p:nvPr>
        </p:nvSpPr>
        <p:spPr>
          <a:xfrm>
            <a:off x="5694325" y="3867260"/>
            <a:ext cx="455400" cy="4422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3 v1">
  <p:cSld name="CUSTOM_37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0"/>
          <p:cNvSpPr txBox="1"/>
          <p:nvPr>
            <p:ph type="title"/>
          </p:nvPr>
        </p:nvSpPr>
        <p:spPr>
          <a:xfrm>
            <a:off x="379400" y="445025"/>
            <a:ext cx="82683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66" name="Google Shape;566;p50"/>
          <p:cNvSpPr/>
          <p:nvPr/>
        </p:nvSpPr>
        <p:spPr>
          <a:xfrm>
            <a:off x="379400" y="2644450"/>
            <a:ext cx="639300" cy="572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67" name="Google Shape;567;p50"/>
          <p:cNvSpPr txBox="1"/>
          <p:nvPr>
            <p:ph idx="1" type="body"/>
          </p:nvPr>
        </p:nvSpPr>
        <p:spPr>
          <a:xfrm>
            <a:off x="1112700" y="2665150"/>
            <a:ext cx="1846800" cy="531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68" name="Google Shape;568;p50"/>
          <p:cNvSpPr txBox="1"/>
          <p:nvPr>
            <p:ph idx="2" type="body"/>
          </p:nvPr>
        </p:nvSpPr>
        <p:spPr>
          <a:xfrm>
            <a:off x="4043713" y="2665150"/>
            <a:ext cx="1846800" cy="531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69" name="Google Shape;569;p50"/>
          <p:cNvSpPr txBox="1"/>
          <p:nvPr>
            <p:ph idx="3" type="body"/>
          </p:nvPr>
        </p:nvSpPr>
        <p:spPr>
          <a:xfrm>
            <a:off x="6877225" y="2665150"/>
            <a:ext cx="1846800" cy="5313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70" name="Google Shape;570;p50"/>
          <p:cNvSpPr/>
          <p:nvPr/>
        </p:nvSpPr>
        <p:spPr>
          <a:xfrm>
            <a:off x="3253500" y="2644450"/>
            <a:ext cx="639300" cy="57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71" name="Google Shape;571;p50"/>
          <p:cNvSpPr/>
          <p:nvPr/>
        </p:nvSpPr>
        <p:spPr>
          <a:xfrm>
            <a:off x="6133400" y="2644450"/>
            <a:ext cx="639300" cy="57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72" name="Google Shape;572;p50"/>
          <p:cNvSpPr txBox="1"/>
          <p:nvPr>
            <p:ph idx="4" type="subTitle"/>
          </p:nvPr>
        </p:nvSpPr>
        <p:spPr>
          <a:xfrm>
            <a:off x="454250" y="2714500"/>
            <a:ext cx="489600" cy="43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3" name="Google Shape;573;p50"/>
          <p:cNvSpPr txBox="1"/>
          <p:nvPr>
            <p:ph idx="5" type="subTitle"/>
          </p:nvPr>
        </p:nvSpPr>
        <p:spPr>
          <a:xfrm>
            <a:off x="3331250" y="2714500"/>
            <a:ext cx="489600" cy="43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4" name="Google Shape;574;p50"/>
          <p:cNvSpPr txBox="1"/>
          <p:nvPr>
            <p:ph idx="6" type="subTitle"/>
          </p:nvPr>
        </p:nvSpPr>
        <p:spPr>
          <a:xfrm>
            <a:off x="6211935" y="2714500"/>
            <a:ext cx="489600" cy="43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3 v2">
  <p:cSld name="CUSTOM_38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1"/>
          <p:cNvSpPr txBox="1"/>
          <p:nvPr>
            <p:ph type="title"/>
          </p:nvPr>
        </p:nvSpPr>
        <p:spPr>
          <a:xfrm>
            <a:off x="566250" y="2285400"/>
            <a:ext cx="4027800" cy="572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7" name="Google Shape;577;p51"/>
          <p:cNvSpPr/>
          <p:nvPr/>
        </p:nvSpPr>
        <p:spPr>
          <a:xfrm>
            <a:off x="5514200" y="1201750"/>
            <a:ext cx="2741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78" name="Google Shape;578;p51"/>
          <p:cNvSpPr/>
          <p:nvPr/>
        </p:nvSpPr>
        <p:spPr>
          <a:xfrm>
            <a:off x="5514200" y="2206500"/>
            <a:ext cx="2741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79" name="Google Shape;579;p51"/>
          <p:cNvSpPr/>
          <p:nvPr/>
        </p:nvSpPr>
        <p:spPr>
          <a:xfrm>
            <a:off x="5514200" y="3211250"/>
            <a:ext cx="27414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80" name="Google Shape;580;p51"/>
          <p:cNvSpPr txBox="1"/>
          <p:nvPr>
            <p:ph idx="1" type="body"/>
          </p:nvPr>
        </p:nvSpPr>
        <p:spPr>
          <a:xfrm>
            <a:off x="6152675" y="1327600"/>
            <a:ext cx="1884600" cy="48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1" name="Google Shape;581;p51"/>
          <p:cNvSpPr txBox="1"/>
          <p:nvPr>
            <p:ph idx="2" type="body"/>
          </p:nvPr>
        </p:nvSpPr>
        <p:spPr>
          <a:xfrm>
            <a:off x="6149725" y="2329800"/>
            <a:ext cx="1884600" cy="48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2" name="Google Shape;582;p51"/>
          <p:cNvSpPr txBox="1"/>
          <p:nvPr>
            <p:ph idx="3" type="body"/>
          </p:nvPr>
        </p:nvSpPr>
        <p:spPr>
          <a:xfrm>
            <a:off x="6149725" y="3347513"/>
            <a:ext cx="1884600" cy="48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3" name="Google Shape;583;p51"/>
          <p:cNvSpPr txBox="1"/>
          <p:nvPr>
            <p:ph idx="4" type="subTitle"/>
          </p:nvPr>
        </p:nvSpPr>
        <p:spPr>
          <a:xfrm>
            <a:off x="5647000" y="1353775"/>
            <a:ext cx="455400" cy="4422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4" name="Google Shape;584;p51"/>
          <p:cNvSpPr txBox="1"/>
          <p:nvPr>
            <p:ph idx="5" type="subTitle"/>
          </p:nvPr>
        </p:nvSpPr>
        <p:spPr>
          <a:xfrm>
            <a:off x="5647000" y="2350650"/>
            <a:ext cx="455400" cy="4422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5" name="Google Shape;585;p51"/>
          <p:cNvSpPr txBox="1"/>
          <p:nvPr>
            <p:ph idx="6" type="subTitle"/>
          </p:nvPr>
        </p:nvSpPr>
        <p:spPr>
          <a:xfrm>
            <a:off x="5647000" y="3368375"/>
            <a:ext cx="455400" cy="4422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2 v1">
  <p:cSld name="CUSTOM_39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2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88" name="Google Shape;588;p52"/>
          <p:cNvSpPr/>
          <p:nvPr/>
        </p:nvSpPr>
        <p:spPr>
          <a:xfrm>
            <a:off x="513900" y="2454550"/>
            <a:ext cx="816000" cy="723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89" name="Google Shape;589;p52"/>
          <p:cNvSpPr txBox="1"/>
          <p:nvPr>
            <p:ph idx="1" type="body"/>
          </p:nvPr>
        </p:nvSpPr>
        <p:spPr>
          <a:xfrm>
            <a:off x="1501026" y="2444234"/>
            <a:ext cx="2586000" cy="7440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90" name="Google Shape;590;p52"/>
          <p:cNvSpPr txBox="1"/>
          <p:nvPr>
            <p:ph idx="2" type="body"/>
          </p:nvPr>
        </p:nvSpPr>
        <p:spPr>
          <a:xfrm>
            <a:off x="5991742" y="2448697"/>
            <a:ext cx="2586000" cy="7440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91" name="Google Shape;591;p52"/>
          <p:cNvSpPr/>
          <p:nvPr/>
        </p:nvSpPr>
        <p:spPr>
          <a:xfrm>
            <a:off x="4924925" y="2459596"/>
            <a:ext cx="816000" cy="73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92" name="Google Shape;592;p52"/>
          <p:cNvSpPr txBox="1"/>
          <p:nvPr>
            <p:ph idx="3" type="subTitle"/>
          </p:nvPr>
        </p:nvSpPr>
        <p:spPr>
          <a:xfrm>
            <a:off x="677100" y="2608850"/>
            <a:ext cx="489600" cy="43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p52"/>
          <p:cNvSpPr txBox="1"/>
          <p:nvPr>
            <p:ph idx="4" type="subTitle"/>
          </p:nvPr>
        </p:nvSpPr>
        <p:spPr>
          <a:xfrm>
            <a:off x="5088125" y="2608850"/>
            <a:ext cx="489600" cy="4326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Single Quiz Options 2 v2">
  <p:cSld name="CUSTOM_40"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3"/>
          <p:cNvSpPr txBox="1"/>
          <p:nvPr>
            <p:ph type="title"/>
          </p:nvPr>
        </p:nvSpPr>
        <p:spPr>
          <a:xfrm>
            <a:off x="566250" y="2339775"/>
            <a:ext cx="3999000" cy="572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96" name="Google Shape;596;p53"/>
          <p:cNvSpPr/>
          <p:nvPr/>
        </p:nvSpPr>
        <p:spPr>
          <a:xfrm>
            <a:off x="5514200" y="1462250"/>
            <a:ext cx="2741400" cy="73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97" name="Google Shape;597;p53"/>
          <p:cNvSpPr/>
          <p:nvPr/>
        </p:nvSpPr>
        <p:spPr>
          <a:xfrm>
            <a:off x="5514200" y="2950750"/>
            <a:ext cx="2741400" cy="73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598" name="Google Shape;598;p53"/>
          <p:cNvSpPr txBox="1"/>
          <p:nvPr>
            <p:ph idx="1" type="body"/>
          </p:nvPr>
        </p:nvSpPr>
        <p:spPr>
          <a:xfrm>
            <a:off x="6152675" y="1588100"/>
            <a:ext cx="1884600" cy="48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9" name="Google Shape;599;p53"/>
          <p:cNvSpPr txBox="1"/>
          <p:nvPr>
            <p:ph idx="2" type="body"/>
          </p:nvPr>
        </p:nvSpPr>
        <p:spPr>
          <a:xfrm>
            <a:off x="6149725" y="3074050"/>
            <a:ext cx="1884600" cy="4839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0" name="Google Shape;600;p53"/>
          <p:cNvSpPr txBox="1"/>
          <p:nvPr>
            <p:ph idx="3" type="subTitle"/>
          </p:nvPr>
        </p:nvSpPr>
        <p:spPr>
          <a:xfrm>
            <a:off x="5647000" y="1614275"/>
            <a:ext cx="455400" cy="4422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1" name="Google Shape;601;p53"/>
          <p:cNvSpPr txBox="1"/>
          <p:nvPr>
            <p:ph idx="4" type="subTitle"/>
          </p:nvPr>
        </p:nvSpPr>
        <p:spPr>
          <a:xfrm>
            <a:off x="5647000" y="3094900"/>
            <a:ext cx="455400" cy="4422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True False v1">
  <p:cSld name="CUSTOM_34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4"/>
          <p:cNvSpPr/>
          <p:nvPr/>
        </p:nvSpPr>
        <p:spPr>
          <a:xfrm>
            <a:off x="5912625" y="3041863"/>
            <a:ext cx="2285100" cy="73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04" name="Google Shape;604;p54"/>
          <p:cNvSpPr/>
          <p:nvPr/>
        </p:nvSpPr>
        <p:spPr>
          <a:xfrm>
            <a:off x="6004575" y="3120763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05" name="Google Shape;605;p54"/>
          <p:cNvSpPr txBox="1"/>
          <p:nvPr>
            <p:ph type="title"/>
          </p:nvPr>
        </p:nvSpPr>
        <p:spPr>
          <a:xfrm>
            <a:off x="566250" y="2285400"/>
            <a:ext cx="4067400" cy="572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06" name="Google Shape;606;p54"/>
          <p:cNvSpPr/>
          <p:nvPr/>
        </p:nvSpPr>
        <p:spPr>
          <a:xfrm>
            <a:off x="5912625" y="1371138"/>
            <a:ext cx="22851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07" name="Google Shape;607;p54"/>
          <p:cNvSpPr/>
          <p:nvPr/>
        </p:nvSpPr>
        <p:spPr>
          <a:xfrm>
            <a:off x="6004575" y="1452588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608" name="Google Shape;608;p54"/>
          <p:cNvGrpSpPr/>
          <p:nvPr/>
        </p:nvGrpSpPr>
        <p:grpSpPr>
          <a:xfrm rot="-2700000">
            <a:off x="6131098" y="1596259"/>
            <a:ext cx="348897" cy="200098"/>
            <a:chOff x="3876675" y="1766250"/>
            <a:chExt cx="348900" cy="200100"/>
          </a:xfrm>
        </p:grpSpPr>
        <p:sp>
          <p:nvSpPr>
            <p:cNvPr id="609" name="Google Shape;609;p54"/>
            <p:cNvSpPr/>
            <p:nvPr/>
          </p:nvSpPr>
          <p:spPr>
            <a:xfrm>
              <a:off x="3876700" y="1766250"/>
              <a:ext cx="72000" cy="200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610" name="Google Shape;610;p54"/>
            <p:cNvSpPr/>
            <p:nvPr/>
          </p:nvSpPr>
          <p:spPr>
            <a:xfrm rot="5400000">
              <a:off x="4015125" y="1755900"/>
              <a:ext cx="72000" cy="348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grpSp>
        <p:nvGrpSpPr>
          <p:cNvPr id="611" name="Google Shape;611;p54"/>
          <p:cNvGrpSpPr/>
          <p:nvPr/>
        </p:nvGrpSpPr>
        <p:grpSpPr>
          <a:xfrm>
            <a:off x="6142124" y="3258302"/>
            <a:ext cx="297600" cy="297600"/>
            <a:chOff x="3902424" y="2300989"/>
            <a:chExt cx="297600" cy="297600"/>
          </a:xfrm>
        </p:grpSpPr>
        <p:sp>
          <p:nvSpPr>
            <p:cNvPr id="612" name="Google Shape;612;p54"/>
            <p:cNvSpPr/>
            <p:nvPr/>
          </p:nvSpPr>
          <p:spPr>
            <a:xfrm rot="2700000">
              <a:off x="4015161" y="2275417"/>
              <a:ext cx="72125" cy="34874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613" name="Google Shape;613;p54"/>
            <p:cNvSpPr/>
            <p:nvPr/>
          </p:nvSpPr>
          <p:spPr>
            <a:xfrm rot="-2700000">
              <a:off x="4015161" y="2275417"/>
              <a:ext cx="72125" cy="34874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614" name="Google Shape;614;p54"/>
          <p:cNvSpPr txBox="1"/>
          <p:nvPr>
            <p:ph idx="1" type="body"/>
          </p:nvPr>
        </p:nvSpPr>
        <p:spPr>
          <a:xfrm>
            <a:off x="6661950" y="1452600"/>
            <a:ext cx="1394400" cy="572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5" name="Google Shape;615;p54"/>
          <p:cNvSpPr txBox="1"/>
          <p:nvPr>
            <p:ph idx="2" type="body"/>
          </p:nvPr>
        </p:nvSpPr>
        <p:spPr>
          <a:xfrm>
            <a:off x="6694150" y="3120750"/>
            <a:ext cx="1394400" cy="572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True False v2">
  <p:cSld name="CUSTOM_34_1"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5"/>
          <p:cNvSpPr/>
          <p:nvPr/>
        </p:nvSpPr>
        <p:spPr>
          <a:xfrm>
            <a:off x="6292650" y="3465375"/>
            <a:ext cx="2285100" cy="73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18" name="Google Shape;618;p55"/>
          <p:cNvSpPr/>
          <p:nvPr/>
        </p:nvSpPr>
        <p:spPr>
          <a:xfrm>
            <a:off x="6384600" y="35442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19" name="Google Shape;619;p55"/>
          <p:cNvSpPr txBox="1"/>
          <p:nvPr>
            <p:ph type="title"/>
          </p:nvPr>
        </p:nvSpPr>
        <p:spPr>
          <a:xfrm>
            <a:off x="566250" y="445025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20" name="Google Shape;620;p55"/>
          <p:cNvSpPr/>
          <p:nvPr/>
        </p:nvSpPr>
        <p:spPr>
          <a:xfrm>
            <a:off x="566250" y="3462825"/>
            <a:ext cx="22851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21" name="Google Shape;621;p55"/>
          <p:cNvSpPr/>
          <p:nvPr/>
        </p:nvSpPr>
        <p:spPr>
          <a:xfrm>
            <a:off x="658200" y="35442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622" name="Google Shape;622;p55"/>
          <p:cNvGrpSpPr/>
          <p:nvPr/>
        </p:nvGrpSpPr>
        <p:grpSpPr>
          <a:xfrm rot="-2700000">
            <a:off x="784723" y="3687946"/>
            <a:ext cx="348897" cy="200098"/>
            <a:chOff x="3876675" y="1766250"/>
            <a:chExt cx="348900" cy="200100"/>
          </a:xfrm>
        </p:grpSpPr>
        <p:sp>
          <p:nvSpPr>
            <p:cNvPr id="623" name="Google Shape;623;p55"/>
            <p:cNvSpPr/>
            <p:nvPr/>
          </p:nvSpPr>
          <p:spPr>
            <a:xfrm>
              <a:off x="3876700" y="1766250"/>
              <a:ext cx="72000" cy="200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624" name="Google Shape;624;p55"/>
            <p:cNvSpPr/>
            <p:nvPr/>
          </p:nvSpPr>
          <p:spPr>
            <a:xfrm rot="5400000">
              <a:off x="4015125" y="1755900"/>
              <a:ext cx="72000" cy="348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grpSp>
        <p:nvGrpSpPr>
          <p:cNvPr id="625" name="Google Shape;625;p55"/>
          <p:cNvGrpSpPr/>
          <p:nvPr/>
        </p:nvGrpSpPr>
        <p:grpSpPr>
          <a:xfrm>
            <a:off x="6522149" y="3681814"/>
            <a:ext cx="297600" cy="297600"/>
            <a:chOff x="3902424" y="2300989"/>
            <a:chExt cx="297600" cy="297600"/>
          </a:xfrm>
        </p:grpSpPr>
        <p:sp>
          <p:nvSpPr>
            <p:cNvPr id="626" name="Google Shape;626;p55"/>
            <p:cNvSpPr/>
            <p:nvPr/>
          </p:nvSpPr>
          <p:spPr>
            <a:xfrm rot="2700000">
              <a:off x="4015161" y="2275417"/>
              <a:ext cx="72125" cy="34874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627" name="Google Shape;627;p55"/>
            <p:cNvSpPr/>
            <p:nvPr/>
          </p:nvSpPr>
          <p:spPr>
            <a:xfrm rot="-2700000">
              <a:off x="4015161" y="2275417"/>
              <a:ext cx="72125" cy="34874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628" name="Google Shape;628;p55"/>
          <p:cNvSpPr txBox="1"/>
          <p:nvPr>
            <p:ph idx="1" type="body"/>
          </p:nvPr>
        </p:nvSpPr>
        <p:spPr>
          <a:xfrm>
            <a:off x="1331100" y="3544275"/>
            <a:ext cx="1394400" cy="572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9" name="Google Shape;629;p55"/>
          <p:cNvSpPr txBox="1"/>
          <p:nvPr>
            <p:ph idx="2" type="body"/>
          </p:nvPr>
        </p:nvSpPr>
        <p:spPr>
          <a:xfrm>
            <a:off x="7041975" y="3541725"/>
            <a:ext cx="1394400" cy="572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True False v3">
  <p:cSld name="CUSTOM_34_1_1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6"/>
          <p:cNvSpPr/>
          <p:nvPr/>
        </p:nvSpPr>
        <p:spPr>
          <a:xfrm>
            <a:off x="0" y="2609850"/>
            <a:ext cx="9144000" cy="2533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2" name="Google Shape;632;p56"/>
          <p:cNvSpPr/>
          <p:nvPr/>
        </p:nvSpPr>
        <p:spPr>
          <a:xfrm>
            <a:off x="566250" y="520900"/>
            <a:ext cx="8040900" cy="3672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342900" rotWithShape="0" algn="bl" dir="5400000" dist="952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56"/>
          <p:cNvSpPr/>
          <p:nvPr/>
        </p:nvSpPr>
        <p:spPr>
          <a:xfrm>
            <a:off x="4841575" y="3838475"/>
            <a:ext cx="2285100" cy="73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34" name="Google Shape;634;p56"/>
          <p:cNvSpPr/>
          <p:nvPr/>
        </p:nvSpPr>
        <p:spPr>
          <a:xfrm>
            <a:off x="4933525" y="39173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35" name="Google Shape;635;p56"/>
          <p:cNvSpPr txBox="1"/>
          <p:nvPr>
            <p:ph type="title"/>
          </p:nvPr>
        </p:nvSpPr>
        <p:spPr>
          <a:xfrm>
            <a:off x="918800" y="833450"/>
            <a:ext cx="7316400" cy="20985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36" name="Google Shape;636;p56"/>
          <p:cNvSpPr/>
          <p:nvPr/>
        </p:nvSpPr>
        <p:spPr>
          <a:xfrm>
            <a:off x="2017325" y="3835925"/>
            <a:ext cx="2285100" cy="7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37" name="Google Shape;637;p56"/>
          <p:cNvSpPr/>
          <p:nvPr/>
        </p:nvSpPr>
        <p:spPr>
          <a:xfrm>
            <a:off x="2109275" y="3917375"/>
            <a:ext cx="5727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638" name="Google Shape;638;p56"/>
          <p:cNvGrpSpPr/>
          <p:nvPr/>
        </p:nvGrpSpPr>
        <p:grpSpPr>
          <a:xfrm rot="-2700000">
            <a:off x="2235798" y="4061046"/>
            <a:ext cx="348897" cy="200098"/>
            <a:chOff x="3876675" y="1766250"/>
            <a:chExt cx="348900" cy="200100"/>
          </a:xfrm>
        </p:grpSpPr>
        <p:sp>
          <p:nvSpPr>
            <p:cNvPr id="639" name="Google Shape;639;p56"/>
            <p:cNvSpPr/>
            <p:nvPr/>
          </p:nvSpPr>
          <p:spPr>
            <a:xfrm>
              <a:off x="3876700" y="1766250"/>
              <a:ext cx="72000" cy="200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640" name="Google Shape;640;p56"/>
            <p:cNvSpPr/>
            <p:nvPr/>
          </p:nvSpPr>
          <p:spPr>
            <a:xfrm rot="5400000">
              <a:off x="4015125" y="1755900"/>
              <a:ext cx="72000" cy="348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grpSp>
        <p:nvGrpSpPr>
          <p:cNvPr id="641" name="Google Shape;641;p56"/>
          <p:cNvGrpSpPr/>
          <p:nvPr/>
        </p:nvGrpSpPr>
        <p:grpSpPr>
          <a:xfrm>
            <a:off x="5071074" y="4054914"/>
            <a:ext cx="297600" cy="297600"/>
            <a:chOff x="3902424" y="2300989"/>
            <a:chExt cx="297600" cy="297600"/>
          </a:xfrm>
        </p:grpSpPr>
        <p:sp>
          <p:nvSpPr>
            <p:cNvPr id="642" name="Google Shape;642;p56"/>
            <p:cNvSpPr/>
            <p:nvPr/>
          </p:nvSpPr>
          <p:spPr>
            <a:xfrm rot="2700000">
              <a:off x="4015161" y="2275417"/>
              <a:ext cx="72125" cy="34874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  <p:sp>
          <p:nvSpPr>
            <p:cNvPr id="643" name="Google Shape;643;p56"/>
            <p:cNvSpPr/>
            <p:nvPr/>
          </p:nvSpPr>
          <p:spPr>
            <a:xfrm rot="-2700000">
              <a:off x="4015161" y="2275417"/>
              <a:ext cx="72125" cy="34874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redoka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644" name="Google Shape;644;p56"/>
          <p:cNvSpPr txBox="1"/>
          <p:nvPr>
            <p:ph idx="1" type="body"/>
          </p:nvPr>
        </p:nvSpPr>
        <p:spPr>
          <a:xfrm>
            <a:off x="2772900" y="3917375"/>
            <a:ext cx="13944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5" name="Google Shape;645;p56"/>
          <p:cNvSpPr txBox="1"/>
          <p:nvPr>
            <p:ph idx="2" type="body"/>
          </p:nvPr>
        </p:nvSpPr>
        <p:spPr>
          <a:xfrm>
            <a:off x="5609675" y="3914825"/>
            <a:ext cx="13944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8620721" y="4740146"/>
            <a:ext cx="523200" cy="235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571500" y="571500"/>
            <a:ext cx="8049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Hanken Grotesk SemiBold"/>
              <a:buNone/>
              <a:defRPr sz="2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Hanken Grotesk SemiBold"/>
              <a:buNone/>
              <a:defRPr sz="2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Hanken Grotesk SemiBold"/>
              <a:buNone/>
              <a:defRPr sz="2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Hanken Grotesk SemiBold"/>
              <a:buNone/>
              <a:defRPr sz="2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Hanken Grotesk SemiBold"/>
              <a:buNone/>
              <a:defRPr sz="2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Hanken Grotesk SemiBold"/>
              <a:buNone/>
              <a:defRPr sz="2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Hanken Grotesk SemiBold"/>
              <a:buNone/>
              <a:defRPr sz="2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Hanken Grotesk SemiBold"/>
              <a:buNone/>
              <a:defRPr sz="2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Hanken Grotesk SemiBold"/>
              <a:buNone/>
              <a:defRPr sz="2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571481" y="1726350"/>
            <a:ext cx="8049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  <a:defRPr sz="1100">
                <a:latin typeface="Open Sans"/>
                <a:ea typeface="Open Sans"/>
                <a:cs typeface="Open Sans"/>
                <a:sym typeface="Open Sans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○"/>
              <a:defRPr sz="1100"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■"/>
              <a:defRPr sz="1100">
                <a:latin typeface="Open Sans"/>
                <a:ea typeface="Open Sans"/>
                <a:cs typeface="Open Sans"/>
                <a:sym typeface="Open Sans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○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■"/>
              <a:defRPr sz="1100">
                <a:latin typeface="Open Sans"/>
                <a:ea typeface="Open Sans"/>
                <a:cs typeface="Open Sans"/>
                <a:sym typeface="Open Sans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  <a:defRPr sz="1100">
                <a:latin typeface="Open Sans"/>
                <a:ea typeface="Open Sans"/>
                <a:cs typeface="Open Sans"/>
                <a:sym typeface="Open Sans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○"/>
              <a:defRPr sz="1100">
                <a:latin typeface="Open Sans"/>
                <a:ea typeface="Open Sans"/>
                <a:cs typeface="Open Sans"/>
                <a:sym typeface="Open Sans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■"/>
              <a:defRPr sz="1100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80">
          <p15:clr>
            <a:srgbClr val="F26B43"/>
          </p15:clr>
        </p15:guide>
        <p15:guide id="2" pos="180">
          <p15:clr>
            <a:srgbClr val="F26B43"/>
          </p15:clr>
        </p15:guide>
        <p15:guide id="3" pos="5400">
          <p15:clr>
            <a:srgbClr val="F26B43"/>
          </p15:clr>
        </p15:guide>
        <p15:guide id="4" orient="horz" pos="3060">
          <p15:clr>
            <a:srgbClr val="F26B43"/>
          </p15:clr>
        </p15:guide>
        <p15:guide id="5" orient="horz" pos="360">
          <p15:clr>
            <a:srgbClr val="F26B43"/>
          </p15:clr>
        </p15:guide>
        <p15:guide id="6" pos="360">
          <p15:clr>
            <a:srgbClr val="F26B43"/>
          </p15:clr>
        </p15:guide>
        <p15:guide id="7" orient="horz" pos="2880">
          <p15:clr>
            <a:srgbClr val="F26B43"/>
          </p15:clr>
        </p15:guide>
        <p15:guide id="8" pos="55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8.jpg"/><Relationship Id="rId5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57"/>
          <p:cNvSpPr txBox="1"/>
          <p:nvPr>
            <p:ph type="title"/>
          </p:nvPr>
        </p:nvSpPr>
        <p:spPr>
          <a:xfrm>
            <a:off x="246550" y="1402950"/>
            <a:ext cx="5516700" cy="27930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/>
              <a:t>Title: Smart Light System using PIR Sensor and  Light Sensor  using Arduino Uno </a:t>
            </a:r>
            <a:endParaRPr sz="3100"/>
          </a:p>
        </p:txBody>
      </p:sp>
      <p:sp>
        <p:nvSpPr>
          <p:cNvPr id="651" name="Google Shape;651;p57"/>
          <p:cNvSpPr txBox="1"/>
          <p:nvPr>
            <p:ph idx="1" type="body"/>
          </p:nvPr>
        </p:nvSpPr>
        <p:spPr>
          <a:xfrm>
            <a:off x="333300" y="3802925"/>
            <a:ext cx="4156800" cy="1921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351C75"/>
                </a:solidFill>
              </a:rPr>
              <a:t>BY - SARANSH PATEL </a:t>
            </a:r>
            <a:endParaRPr b="1" i="1" sz="1800"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351C75"/>
                </a:solidFill>
              </a:rPr>
              <a:t>IBM_PBLP</a:t>
            </a:r>
            <a:endParaRPr b="1" i="1" sz="1800">
              <a:solidFill>
                <a:srgbClr val="351C75"/>
              </a:solidFill>
            </a:endParaRPr>
          </a:p>
        </p:txBody>
      </p:sp>
      <p:pic>
        <p:nvPicPr>
          <p:cNvPr id="652" name="Google Shape;652;p5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2978" l="0" r="0" t="12985"/>
          <a:stretch/>
        </p:blipFill>
        <p:spPr>
          <a:xfrm>
            <a:off x="5870827" y="571500"/>
            <a:ext cx="27018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8"/>
          <p:cNvSpPr txBox="1"/>
          <p:nvPr>
            <p:ph type="title"/>
          </p:nvPr>
        </p:nvSpPr>
        <p:spPr>
          <a:xfrm>
            <a:off x="329650" y="105475"/>
            <a:ext cx="5136300" cy="695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 of the Project</a:t>
            </a:r>
            <a:endParaRPr/>
          </a:p>
        </p:txBody>
      </p:sp>
      <p:sp>
        <p:nvSpPr>
          <p:cNvPr id="658" name="Google Shape;658;p58"/>
          <p:cNvSpPr txBox="1"/>
          <p:nvPr>
            <p:ph idx="1" type="body"/>
          </p:nvPr>
        </p:nvSpPr>
        <p:spPr>
          <a:xfrm>
            <a:off x="366080" y="811505"/>
            <a:ext cx="4957500" cy="3787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T</a:t>
            </a:r>
            <a:r>
              <a:rPr lang="en-GB" sz="1500"/>
              <a:t>he goal of this project is to automate home lighting using PIR (Passive Infrared) and LDR (Light Dependent Resistor) sensors integrated with an Arduino UNO micro-controller.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Aims to reduce energy consumption by activating lights only when needed.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Integrates motion and ambient light detection for intelligent control.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Showcases a practical application of embedded systems in smart home technology In TinkerCad.</a:t>
            </a:r>
            <a:endParaRPr sz="1500"/>
          </a:p>
        </p:txBody>
      </p:sp>
      <p:pic>
        <p:nvPicPr>
          <p:cNvPr id="659" name="Google Shape;659;p5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97" l="0" r="0" t="13997"/>
          <a:stretch/>
        </p:blipFill>
        <p:spPr>
          <a:xfrm>
            <a:off x="5794650" y="571500"/>
            <a:ext cx="2777999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9"/>
          <p:cNvSpPr txBox="1"/>
          <p:nvPr>
            <p:ph type="title"/>
          </p:nvPr>
        </p:nvSpPr>
        <p:spPr>
          <a:xfrm>
            <a:off x="3262595" y="83675"/>
            <a:ext cx="5252700" cy="755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Component List</a:t>
            </a:r>
            <a:endParaRPr/>
          </a:p>
        </p:txBody>
      </p:sp>
      <p:sp>
        <p:nvSpPr>
          <p:cNvPr id="665" name="Google Shape;665;p59"/>
          <p:cNvSpPr txBox="1"/>
          <p:nvPr>
            <p:ph idx="1" type="body"/>
          </p:nvPr>
        </p:nvSpPr>
        <p:spPr>
          <a:xfrm>
            <a:off x="3185367" y="613837"/>
            <a:ext cx="5461800" cy="43830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Arduino UNO: The microcontroller that processes sensor data and controls the relay.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PIR Sensor : Detects motion by sensing changes in infrared radiation.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LDR Sensor : Measures ambient light levels; resistance decreases as light increases.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1kΩ Resistor : Forms a voltage divider with the LDR to measure light intensity.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Relay Module(SPDT)  :  An electromechanical switch to control the AC bulb safely.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AC Bulb : The light source being controlled.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Power Supply : Provides necessary power to the Arduino and other components.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Breadboard : Used for prototyping and connecting components.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Wires : Connect all components together.</a:t>
            </a:r>
            <a:endParaRPr sz="1300"/>
          </a:p>
        </p:txBody>
      </p:sp>
      <p:pic>
        <p:nvPicPr>
          <p:cNvPr id="666" name="Google Shape;666;p5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050" y="1708792"/>
            <a:ext cx="2300400" cy="17259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0"/>
          <p:cNvSpPr txBox="1"/>
          <p:nvPr>
            <p:ph type="title"/>
          </p:nvPr>
        </p:nvSpPr>
        <p:spPr>
          <a:xfrm>
            <a:off x="3531375" y="445025"/>
            <a:ext cx="5106900" cy="50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60"/>
          <p:cNvSpPr txBox="1"/>
          <p:nvPr>
            <p:ph idx="1" type="body"/>
          </p:nvPr>
        </p:nvSpPr>
        <p:spPr>
          <a:xfrm>
            <a:off x="3465600" y="1207850"/>
            <a:ext cx="5106900" cy="32805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3" name="Google Shape;673;p60" title="Screenshot from 2025-08-04 12-22-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25" y="528850"/>
            <a:ext cx="8368701" cy="412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1"/>
          <p:cNvSpPr txBox="1"/>
          <p:nvPr>
            <p:ph type="title"/>
          </p:nvPr>
        </p:nvSpPr>
        <p:spPr>
          <a:xfrm>
            <a:off x="571500" y="190275"/>
            <a:ext cx="4093500" cy="500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Principle</a:t>
            </a:r>
            <a:endParaRPr/>
          </a:p>
        </p:txBody>
      </p:sp>
      <p:sp>
        <p:nvSpPr>
          <p:cNvPr id="679" name="Google Shape;679;p61"/>
          <p:cNvSpPr txBox="1"/>
          <p:nvPr>
            <p:ph idx="1" type="body"/>
          </p:nvPr>
        </p:nvSpPr>
        <p:spPr>
          <a:xfrm>
            <a:off x="566250" y="866150"/>
            <a:ext cx="3986700" cy="3797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Fredoka"/>
                <a:ea typeface="Fredoka"/>
                <a:cs typeface="Fredoka"/>
                <a:sym typeface="Fredoka"/>
              </a:rPr>
              <a:t>The system activates the AC bulb only when two conditions are met:</a:t>
            </a:r>
            <a:endParaRPr sz="14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Fredoka"/>
                <a:ea typeface="Fredoka"/>
                <a:cs typeface="Fredoka"/>
                <a:sym typeface="Fredoka"/>
              </a:rPr>
              <a:t>Motion Detection : The PIR sensor detects movement within its range.</a:t>
            </a:r>
            <a:endParaRPr sz="14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Fredoka"/>
                <a:ea typeface="Fredoka"/>
                <a:cs typeface="Fredoka"/>
                <a:sym typeface="Fredoka"/>
              </a:rPr>
              <a:t>Low Light : The LDR senses that the ambient light is below a certain threshold. If both conditions are true, the Arduino activates the relay, turning on the bulb.</a:t>
            </a:r>
            <a:endParaRPr sz="14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Fredoka"/>
                <a:ea typeface="Fredoka"/>
                <a:cs typeface="Fredoka"/>
                <a:sym typeface="Fredoka"/>
              </a:rPr>
              <a:t>Energy efficiency is achieved by preventing the bulb from turning on during daylight hours or when no one is present.</a:t>
            </a:r>
            <a:endParaRPr sz="1400"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680" name="Google Shape;680;p6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2978" l="0" r="0" t="12985"/>
          <a:stretch/>
        </p:blipFill>
        <p:spPr>
          <a:xfrm>
            <a:off x="5870827" y="571500"/>
            <a:ext cx="27018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2"/>
          <p:cNvSpPr txBox="1"/>
          <p:nvPr>
            <p:ph type="title"/>
          </p:nvPr>
        </p:nvSpPr>
        <p:spPr>
          <a:xfrm>
            <a:off x="47650" y="35550"/>
            <a:ext cx="3747300" cy="475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Circuit</a:t>
            </a:r>
            <a:r>
              <a:rPr lang="en-GB"/>
              <a:t> diagram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62"/>
          <p:cNvSpPr txBox="1"/>
          <p:nvPr>
            <p:ph idx="1" type="body"/>
          </p:nvPr>
        </p:nvSpPr>
        <p:spPr>
          <a:xfrm>
            <a:off x="566250" y="1382725"/>
            <a:ext cx="3986700" cy="32805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62"/>
          <p:cNvSpPr/>
          <p:nvPr>
            <p:ph idx="2" type="pic"/>
          </p:nvPr>
        </p:nvSpPr>
        <p:spPr>
          <a:xfrm>
            <a:off x="110075" y="571500"/>
            <a:ext cx="8462700" cy="4461900"/>
          </a:xfrm>
          <a:prstGeom prst="rect">
            <a:avLst/>
          </a:prstGeom>
        </p:spPr>
      </p:sp>
      <p:pic>
        <p:nvPicPr>
          <p:cNvPr id="688" name="Google Shape;688;p62" title="Screenshot from 2025-08-04 12-43-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75" y="571500"/>
            <a:ext cx="8426025" cy="446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3"/>
          <p:cNvSpPr txBox="1"/>
          <p:nvPr>
            <p:ph type="title"/>
          </p:nvPr>
        </p:nvSpPr>
        <p:spPr>
          <a:xfrm>
            <a:off x="458100" y="179300"/>
            <a:ext cx="8011500" cy="57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About Sensors and Relay</a:t>
            </a:r>
            <a:endParaRPr/>
          </a:p>
        </p:txBody>
      </p:sp>
      <p:sp>
        <p:nvSpPr>
          <p:cNvPr id="694" name="Google Shape;694;p63"/>
          <p:cNvSpPr txBox="1"/>
          <p:nvPr>
            <p:ph idx="1" type="body"/>
          </p:nvPr>
        </p:nvSpPr>
        <p:spPr>
          <a:xfrm>
            <a:off x="458100" y="3237250"/>
            <a:ext cx="2537700" cy="1714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Fredoka"/>
                <a:ea typeface="Fredoka"/>
                <a:cs typeface="Fredoka"/>
                <a:sym typeface="Fredoka"/>
              </a:rPr>
              <a:t>Detects motion by sensing changes in infrared radiation emitted by warm objects. Outputs a HIGH signal when motion is detected, and LOW otherwise. Adjustable sensitivity and time delay settings.</a:t>
            </a:r>
            <a:endParaRPr sz="1200"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95" name="Google Shape;695;p63"/>
          <p:cNvSpPr txBox="1"/>
          <p:nvPr>
            <p:ph idx="2" type="subTitle"/>
          </p:nvPr>
        </p:nvSpPr>
        <p:spPr>
          <a:xfrm>
            <a:off x="595350" y="2673200"/>
            <a:ext cx="2415600" cy="273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PIR Sensor</a:t>
            </a:r>
            <a:endParaRPr/>
          </a:p>
        </p:txBody>
      </p:sp>
      <p:sp>
        <p:nvSpPr>
          <p:cNvPr id="696" name="Google Shape;696;p63"/>
          <p:cNvSpPr txBox="1"/>
          <p:nvPr>
            <p:ph idx="3" type="body"/>
          </p:nvPr>
        </p:nvSpPr>
        <p:spPr>
          <a:xfrm>
            <a:off x="3295275" y="3275225"/>
            <a:ext cx="2444700" cy="17580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Fredoka"/>
                <a:ea typeface="Fredoka"/>
                <a:cs typeface="Fredoka"/>
                <a:sym typeface="Fredoka"/>
              </a:rPr>
              <a:t>A photoresistor whose resistance varies based on the intensity of light. Used in a voltage divider circuit to convert light intensity into a voltage that the Arduino can read. Lower resistance in bright light and higher resistance in darkness.</a:t>
            </a:r>
            <a:endParaRPr sz="1200"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97" name="Google Shape;697;p63"/>
          <p:cNvSpPr txBox="1"/>
          <p:nvPr>
            <p:ph idx="4" type="subTitle"/>
          </p:nvPr>
        </p:nvSpPr>
        <p:spPr>
          <a:xfrm>
            <a:off x="3349657" y="2673200"/>
            <a:ext cx="2444700" cy="273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LDR</a:t>
            </a:r>
            <a:endParaRPr/>
          </a:p>
        </p:txBody>
      </p:sp>
      <p:sp>
        <p:nvSpPr>
          <p:cNvPr id="698" name="Google Shape;698;p63"/>
          <p:cNvSpPr txBox="1"/>
          <p:nvPr>
            <p:ph idx="5" type="body"/>
          </p:nvPr>
        </p:nvSpPr>
        <p:spPr>
          <a:xfrm>
            <a:off x="5946450" y="3275225"/>
            <a:ext cx="2537700" cy="1676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Fredoka"/>
                <a:ea typeface="Fredoka"/>
                <a:cs typeface="Fredoka"/>
                <a:sym typeface="Fredoka"/>
              </a:rPr>
              <a:t>An electromechanical switch that allows a low-voltage circuit (Arduino) to control a high-voltage circuit (AC bulb). Provides electrical isolation between the control circuit and the load circuit. Essential for safely controlling AC devices.</a:t>
            </a:r>
            <a:endParaRPr sz="1200"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699" name="Google Shape;699;p63"/>
          <p:cNvSpPr txBox="1"/>
          <p:nvPr>
            <p:ph idx="6" type="subTitle"/>
          </p:nvPr>
        </p:nvSpPr>
        <p:spPr>
          <a:xfrm>
            <a:off x="6039453" y="2673200"/>
            <a:ext cx="2444700" cy="273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Relay Module</a:t>
            </a:r>
            <a:endParaRPr/>
          </a:p>
        </p:txBody>
      </p:sp>
      <p:pic>
        <p:nvPicPr>
          <p:cNvPr id="700" name="Google Shape;700;p63"/>
          <p:cNvPicPr preferRelativeResize="0"/>
          <p:nvPr>
            <p:ph idx="7" type="pic"/>
          </p:nvPr>
        </p:nvPicPr>
        <p:blipFill rotWithShape="1">
          <a:blip r:embed="rId3">
            <a:alphaModFix/>
          </a:blip>
          <a:srcRect b="0" l="10698" r="10698" t="0"/>
          <a:stretch/>
        </p:blipFill>
        <p:spPr>
          <a:xfrm>
            <a:off x="580100" y="944300"/>
            <a:ext cx="2415600" cy="1536601"/>
          </a:xfrm>
          <a:prstGeom prst="rect">
            <a:avLst/>
          </a:prstGeom>
        </p:spPr>
      </p:pic>
      <p:pic>
        <p:nvPicPr>
          <p:cNvPr id="701" name="Google Shape;701;p63"/>
          <p:cNvPicPr preferRelativeResize="0"/>
          <p:nvPr>
            <p:ph idx="8" type="pic"/>
          </p:nvPr>
        </p:nvPicPr>
        <p:blipFill rotWithShape="1">
          <a:blip r:embed="rId4">
            <a:alphaModFix/>
          </a:blip>
          <a:srcRect b="0" l="10698" r="10698" t="0"/>
          <a:stretch/>
        </p:blipFill>
        <p:spPr>
          <a:xfrm>
            <a:off x="3317050" y="989775"/>
            <a:ext cx="2415600" cy="1536601"/>
          </a:xfrm>
          <a:prstGeom prst="rect">
            <a:avLst/>
          </a:prstGeom>
        </p:spPr>
      </p:pic>
      <p:pic>
        <p:nvPicPr>
          <p:cNvPr id="702" name="Google Shape;702;p63"/>
          <p:cNvPicPr preferRelativeResize="0"/>
          <p:nvPr>
            <p:ph idx="9" type="pic"/>
          </p:nvPr>
        </p:nvPicPr>
        <p:blipFill rotWithShape="1">
          <a:blip r:embed="rId5">
            <a:alphaModFix/>
          </a:blip>
          <a:srcRect b="0" l="10698" r="10698" t="0"/>
          <a:stretch/>
        </p:blipFill>
        <p:spPr>
          <a:xfrm>
            <a:off x="6054000" y="989775"/>
            <a:ext cx="2415600" cy="15366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64"/>
          <p:cNvSpPr txBox="1"/>
          <p:nvPr>
            <p:ph type="title"/>
          </p:nvPr>
        </p:nvSpPr>
        <p:spPr>
          <a:xfrm>
            <a:off x="65825" y="71100"/>
            <a:ext cx="4093500" cy="500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snippet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64"/>
          <p:cNvSpPr txBox="1"/>
          <p:nvPr>
            <p:ph idx="1" type="body"/>
          </p:nvPr>
        </p:nvSpPr>
        <p:spPr>
          <a:xfrm>
            <a:off x="65825" y="66450"/>
            <a:ext cx="1995300" cy="438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64"/>
          <p:cNvSpPr txBox="1"/>
          <p:nvPr/>
        </p:nvSpPr>
        <p:spPr>
          <a:xfrm>
            <a:off x="5505500" y="1382725"/>
            <a:ext cx="306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0" name="Google Shape;710;p64"/>
          <p:cNvSpPr/>
          <p:nvPr/>
        </p:nvSpPr>
        <p:spPr>
          <a:xfrm>
            <a:off x="3508375" y="500100"/>
            <a:ext cx="5436300" cy="414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1" name="Google Shape;711;p64"/>
          <p:cNvSpPr txBox="1"/>
          <p:nvPr/>
        </p:nvSpPr>
        <p:spPr>
          <a:xfrm>
            <a:off x="3592525" y="546750"/>
            <a:ext cx="5268000" cy="4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void loop()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{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LightSensorVal = analogRead(A0);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PIRSensorVal = digitalRead(2);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RelayOutputVal = 8;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if (LightSensorVal &lt; 600) {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  if (PIRSensorVal == HIGH) {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    digitalWrite(8, HIGH);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    delay(5000); // Wait for 5000 millisecond(s)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  } else {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    digitalWrite(8, LOW);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    delay(1000); // Wait for 1000 millisecond(s)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  }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} else {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  digitalWrite(8, LOW);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  Serial.println(LightSensorVal);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  delay(100); // Wait for 100 millisecond(s)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}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}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712" name="Google Shape;712;p64"/>
          <p:cNvSpPr/>
          <p:nvPr/>
        </p:nvSpPr>
        <p:spPr>
          <a:xfrm>
            <a:off x="164675" y="571500"/>
            <a:ext cx="3266400" cy="414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3" name="Google Shape;713;p64"/>
          <p:cNvSpPr txBox="1"/>
          <p:nvPr/>
        </p:nvSpPr>
        <p:spPr>
          <a:xfrm>
            <a:off x="288875" y="660600"/>
            <a:ext cx="3018000" cy="3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// C++ code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int LightSensor = 0;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int LightSensorVal = 0;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int PIRSensorVal = 0;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int RelayOutputVal = 0;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void setup()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{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pinMode(A0, INPUT);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pinMode(2, INPUT);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pinMode(8, OUTPUT);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  Serial.begin(9600);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rPr>
              <a:t>}</a:t>
            </a:r>
            <a:endParaRPr sz="1200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65"/>
          <p:cNvSpPr txBox="1"/>
          <p:nvPr>
            <p:ph type="title"/>
          </p:nvPr>
        </p:nvSpPr>
        <p:spPr>
          <a:xfrm>
            <a:off x="3392700" y="285750"/>
            <a:ext cx="5106900" cy="50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Arduino Code Explanation</a:t>
            </a:r>
            <a:endParaRPr/>
          </a:p>
        </p:txBody>
      </p:sp>
      <p:sp>
        <p:nvSpPr>
          <p:cNvPr id="719" name="Google Shape;719;p65"/>
          <p:cNvSpPr txBox="1"/>
          <p:nvPr>
            <p:ph idx="1" type="body"/>
          </p:nvPr>
        </p:nvSpPr>
        <p:spPr>
          <a:xfrm>
            <a:off x="3319800" y="707700"/>
            <a:ext cx="5252700" cy="3864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Fredoka"/>
                <a:ea typeface="Fredoka"/>
                <a:cs typeface="Fredoka"/>
                <a:sym typeface="Fredoka"/>
              </a:rPr>
              <a:t>The Arduino code performs the following main functions:</a:t>
            </a:r>
            <a:endParaRPr sz="1600">
              <a:latin typeface="Fredoka"/>
              <a:ea typeface="Fredoka"/>
              <a:cs typeface="Fredoka"/>
              <a:sym typeface="Fredok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Fredoka"/>
              <a:buChar char="●"/>
            </a:pPr>
            <a:r>
              <a:rPr lang="en-GB" sz="1600">
                <a:latin typeface="Fredoka"/>
                <a:ea typeface="Fredoka"/>
                <a:cs typeface="Fredoka"/>
                <a:sym typeface="Fredoka"/>
              </a:rPr>
              <a:t>Sensor Reading: Reads the digital value from the PIR sensor and the analog value from the LDR.</a:t>
            </a:r>
            <a:endParaRPr sz="1600">
              <a:latin typeface="Fredoka"/>
              <a:ea typeface="Fredoka"/>
              <a:cs typeface="Fredoka"/>
              <a:sym typeface="Fredok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Fredoka"/>
              <a:buChar char="●"/>
            </a:pPr>
            <a:r>
              <a:rPr lang="en-GB" sz="1600">
                <a:latin typeface="Fredoka"/>
                <a:ea typeface="Fredoka"/>
                <a:cs typeface="Fredoka"/>
                <a:sym typeface="Fredoka"/>
              </a:rPr>
              <a:t>Pin Mode Setup: Configures the digital pins connected to the PIR sensor and relay module as inputs and outputs, respectively.</a:t>
            </a:r>
            <a:endParaRPr sz="1600">
              <a:latin typeface="Fredoka"/>
              <a:ea typeface="Fredoka"/>
              <a:cs typeface="Fredoka"/>
              <a:sym typeface="Fredok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Fredoka"/>
              <a:buChar char="●"/>
            </a:pPr>
            <a:r>
              <a:rPr lang="en-GB" sz="1600">
                <a:latin typeface="Fredoka"/>
                <a:ea typeface="Fredoka"/>
                <a:cs typeface="Fredoka"/>
                <a:sym typeface="Fredoka"/>
              </a:rPr>
              <a:t>Conditional Logic: Implements an if statement to check if motion is detected and the light level is low.</a:t>
            </a:r>
            <a:endParaRPr sz="1600">
              <a:latin typeface="Fredoka"/>
              <a:ea typeface="Fredoka"/>
              <a:cs typeface="Fredoka"/>
              <a:sym typeface="Fredok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Fredoka"/>
              <a:buChar char="●"/>
            </a:pPr>
            <a:r>
              <a:rPr lang="en-GB" sz="1600">
                <a:latin typeface="Fredoka"/>
                <a:ea typeface="Fredoka"/>
                <a:cs typeface="Fredoka"/>
                <a:sym typeface="Fredoka"/>
              </a:rPr>
              <a:t>Relay Control: Sets the digital output pin connected to the relay module HIGH or LOW to turn the bulb ON or OFF, respectively.</a:t>
            </a:r>
            <a:endParaRPr sz="1600"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720" name="Google Shape;720;p6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529" l="0" r="0" t="6521"/>
          <a:stretch/>
        </p:blipFill>
        <p:spPr>
          <a:xfrm>
            <a:off x="571500" y="435300"/>
            <a:ext cx="23004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66"/>
          <p:cNvSpPr txBox="1"/>
          <p:nvPr>
            <p:ph type="title"/>
          </p:nvPr>
        </p:nvSpPr>
        <p:spPr>
          <a:xfrm>
            <a:off x="571500" y="88950"/>
            <a:ext cx="4093500" cy="393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Review - Highlights</a:t>
            </a:r>
            <a:endParaRPr/>
          </a:p>
        </p:txBody>
      </p:sp>
      <p:sp>
        <p:nvSpPr>
          <p:cNvPr id="726" name="Google Shape;726;p66"/>
          <p:cNvSpPr txBox="1"/>
          <p:nvPr>
            <p:ph idx="1" type="body"/>
          </p:nvPr>
        </p:nvSpPr>
        <p:spPr>
          <a:xfrm>
            <a:off x="285750" y="571500"/>
            <a:ext cx="5438100" cy="435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Fredoka"/>
              <a:buChar char="●"/>
            </a:pPr>
            <a:r>
              <a:rPr lang="en-GB" sz="1500">
                <a:latin typeface="Fredoka"/>
                <a:ea typeface="Fredoka"/>
                <a:cs typeface="Fredoka"/>
                <a:sym typeface="Fredoka"/>
              </a:rPr>
              <a:t>Motion Detection: Uses digitalRead(PIR_PIN) to check for motion; a HIGH value indicates motion.</a:t>
            </a:r>
            <a:endParaRPr sz="15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Fredoka"/>
              <a:ea typeface="Fredoka"/>
              <a:cs typeface="Fredoka"/>
              <a:sym typeface="Fredok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Fredoka"/>
              <a:buChar char="●"/>
            </a:pPr>
            <a:r>
              <a:rPr lang="en-GB" sz="1500">
                <a:latin typeface="Fredoka"/>
                <a:ea typeface="Fredoka"/>
                <a:cs typeface="Fredoka"/>
                <a:sym typeface="Fredoka"/>
              </a:rPr>
              <a:t>Light Sensing: Uses analogRead(LDR_PIN) to read the analog value from the LDR. Higher analog values indicate darker conditions.</a:t>
            </a:r>
            <a:endParaRPr sz="15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Fredoka"/>
              <a:ea typeface="Fredoka"/>
              <a:cs typeface="Fredoka"/>
              <a:sym typeface="Fredok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Fredoka"/>
              <a:buChar char="●"/>
            </a:pPr>
            <a:r>
              <a:rPr lang="en-GB" sz="1500">
                <a:latin typeface="Fredoka"/>
                <a:ea typeface="Fredoka"/>
                <a:cs typeface="Fredoka"/>
                <a:sym typeface="Fredoka"/>
              </a:rPr>
              <a:t>Conditional Bulb Activation : The core logic is in the if statement: c++ if (motionDetected &amp;&amp; isDark) { digitalWrite(RELAY_PIN, HIGH); // Turn on the bulb } else</a:t>
            </a:r>
            <a:endParaRPr sz="1500">
              <a:latin typeface="Fredoka"/>
              <a:ea typeface="Fredoka"/>
              <a:cs typeface="Fredoka"/>
              <a:sym typeface="Fredok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Fredoka"/>
              <a:ea typeface="Fredoka"/>
              <a:cs typeface="Fredoka"/>
              <a:sym typeface="Fredok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Fredoka"/>
              <a:buChar char="●"/>
            </a:pPr>
            <a:r>
              <a:rPr lang="en-GB" sz="1500">
                <a:latin typeface="Fredoka"/>
                <a:ea typeface="Fredoka"/>
                <a:cs typeface="Fredoka"/>
                <a:sym typeface="Fredoka"/>
              </a:rPr>
              <a:t>Safety and Energy Efficiency: The system ensures the bulb only turns on when needed, reducing energy waste and improving safety by providing light when motion is detected in the dark.</a:t>
            </a:r>
            <a:endParaRPr sz="1500"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727" name="Google Shape;727;p6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97" l="0" r="0" t="13997"/>
          <a:stretch/>
        </p:blipFill>
        <p:spPr>
          <a:xfrm>
            <a:off x="5794650" y="571500"/>
            <a:ext cx="2777999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7"/>
          <p:cNvSpPr txBox="1"/>
          <p:nvPr>
            <p:ph type="title"/>
          </p:nvPr>
        </p:nvSpPr>
        <p:spPr>
          <a:xfrm>
            <a:off x="93125" y="0"/>
            <a:ext cx="5266800" cy="4827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Bulb turns on - Both Condition met</a:t>
            </a:r>
            <a:endParaRPr/>
          </a:p>
        </p:txBody>
      </p:sp>
      <p:sp>
        <p:nvSpPr>
          <p:cNvPr id="733" name="Google Shape;733;p67"/>
          <p:cNvSpPr txBox="1"/>
          <p:nvPr>
            <p:ph idx="1" type="body"/>
          </p:nvPr>
        </p:nvSpPr>
        <p:spPr>
          <a:xfrm>
            <a:off x="93125" y="482700"/>
            <a:ext cx="8961000" cy="40245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Fredoka"/>
                <a:ea typeface="Fredoka"/>
                <a:cs typeface="Fredoka"/>
                <a:sym typeface="Fredoka"/>
              </a:rPr>
              <a:t>Conditions Met (from code) :</a:t>
            </a:r>
            <a:endParaRPr sz="15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Fredoka"/>
                <a:ea typeface="Fredoka"/>
                <a:cs typeface="Fredoka"/>
                <a:sym typeface="Fredoka"/>
              </a:rPr>
              <a:t>if (LightSensorVal &lt; 600)  {</a:t>
            </a:r>
            <a:endParaRPr sz="15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Fredoka"/>
                <a:ea typeface="Fredoka"/>
                <a:cs typeface="Fredoka"/>
                <a:sym typeface="Fredoka"/>
              </a:rPr>
              <a:t>  if (PIRSensorVal == HIGH)  {</a:t>
            </a:r>
            <a:endParaRPr sz="15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Fredoka"/>
                <a:ea typeface="Fredoka"/>
                <a:cs typeface="Fredoka"/>
                <a:sym typeface="Fredoka"/>
              </a:rPr>
              <a:t>    digitalWrite(8, HIGH);    // Turn ON bulb</a:t>
            </a:r>
            <a:endParaRPr sz="15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Fredoka"/>
                <a:ea typeface="Fredoka"/>
                <a:cs typeface="Fredoka"/>
                <a:sym typeface="Fredoka"/>
              </a:rPr>
              <a:t>  }</a:t>
            </a:r>
            <a:endParaRPr sz="15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Fredoka"/>
                <a:ea typeface="Fredoka"/>
                <a:cs typeface="Fredoka"/>
                <a:sym typeface="Fredoka"/>
              </a:rPr>
              <a:t>}</a:t>
            </a:r>
            <a:endParaRPr sz="15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Explanation:</a:t>
            </a:r>
            <a:endParaRPr b="1"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LightSensorVal &lt; 600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It's dark (night time), no value print on serial monitor .</a:t>
            </a:r>
            <a:b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PIRSensorVal == HIGH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Motion is detected.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Bulb turns ON and remains ON for 5 seconds (</a:t>
            </a: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delay(5000)</a:t>
            </a:r>
            <a:r>
              <a:rPr lang="en-GB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8"/>
          <p:cNvSpPr txBox="1"/>
          <p:nvPr>
            <p:ph type="title"/>
          </p:nvPr>
        </p:nvSpPr>
        <p:spPr>
          <a:xfrm>
            <a:off x="566250" y="445025"/>
            <a:ext cx="4093500" cy="393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68"/>
          <p:cNvSpPr txBox="1"/>
          <p:nvPr>
            <p:ph idx="1" type="body"/>
          </p:nvPr>
        </p:nvSpPr>
        <p:spPr>
          <a:xfrm>
            <a:off x="566250" y="1149575"/>
            <a:ext cx="4093500" cy="3513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68"/>
          <p:cNvSpPr/>
          <p:nvPr>
            <p:ph idx="2" type="pic"/>
          </p:nvPr>
        </p:nvSpPr>
        <p:spPr>
          <a:xfrm>
            <a:off x="114720" y="445025"/>
            <a:ext cx="8457900" cy="4126800"/>
          </a:xfrm>
          <a:prstGeom prst="rect">
            <a:avLst/>
          </a:prstGeom>
        </p:spPr>
      </p:sp>
      <p:pic>
        <p:nvPicPr>
          <p:cNvPr id="741" name="Google Shape;741;p68" title="Screenshot from 2025-08-04 13-08-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75" y="74575"/>
            <a:ext cx="8971150" cy="494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9"/>
          <p:cNvSpPr txBox="1"/>
          <p:nvPr>
            <p:ph type="title"/>
          </p:nvPr>
        </p:nvSpPr>
        <p:spPr>
          <a:xfrm>
            <a:off x="128275" y="92775"/>
            <a:ext cx="4631100" cy="4788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Bulb Remains OFF – Daylight Present</a:t>
            </a:r>
            <a:endParaRPr/>
          </a:p>
        </p:txBody>
      </p:sp>
      <p:sp>
        <p:nvSpPr>
          <p:cNvPr id="747" name="Google Shape;747;p69"/>
          <p:cNvSpPr txBox="1"/>
          <p:nvPr>
            <p:ph idx="1" type="body"/>
          </p:nvPr>
        </p:nvSpPr>
        <p:spPr>
          <a:xfrm>
            <a:off x="128275" y="665975"/>
            <a:ext cx="8853000" cy="3997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Fredoka"/>
                <a:ea typeface="Fredoka"/>
                <a:cs typeface="Fredoka"/>
                <a:sym typeface="Fredoka"/>
              </a:rPr>
              <a:t>Conditions Triggered (from code):</a:t>
            </a:r>
            <a:endParaRPr sz="16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Fredoka"/>
                <a:ea typeface="Fredoka"/>
                <a:cs typeface="Fredoka"/>
                <a:sym typeface="Fredoka"/>
              </a:rPr>
              <a:t>if (LightSensorVal &gt;= 600) {</a:t>
            </a:r>
            <a:endParaRPr sz="16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Fredoka"/>
                <a:ea typeface="Fredoka"/>
                <a:cs typeface="Fredoka"/>
                <a:sym typeface="Fredoka"/>
              </a:rPr>
              <a:t>  digitalWrite(8, LOW); // Keep bulb OFF</a:t>
            </a:r>
            <a:endParaRPr sz="16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Fredoka"/>
                <a:ea typeface="Fredoka"/>
                <a:cs typeface="Fredoka"/>
                <a:sym typeface="Fredoka"/>
              </a:rPr>
              <a:t>}</a:t>
            </a:r>
            <a:endParaRPr sz="16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Explanation: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LightSensorVal &gt;= 600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 It's bright (day time), value printed on serial monitor (675 &gt;600) .</a:t>
            </a:r>
            <a:b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Regardless of PIR sensor state, bulb will stay OFF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Even if motion is detected, bulb remains OFF to save energy.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70"/>
          <p:cNvSpPr txBox="1"/>
          <p:nvPr>
            <p:ph type="title"/>
          </p:nvPr>
        </p:nvSpPr>
        <p:spPr>
          <a:xfrm>
            <a:off x="566250" y="445025"/>
            <a:ext cx="4093500" cy="393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70"/>
          <p:cNvSpPr txBox="1"/>
          <p:nvPr>
            <p:ph idx="1" type="body"/>
          </p:nvPr>
        </p:nvSpPr>
        <p:spPr>
          <a:xfrm>
            <a:off x="566250" y="1149575"/>
            <a:ext cx="4093500" cy="3513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70"/>
          <p:cNvSpPr/>
          <p:nvPr>
            <p:ph idx="2" type="pic"/>
          </p:nvPr>
        </p:nvSpPr>
        <p:spPr>
          <a:xfrm>
            <a:off x="47400" y="192875"/>
            <a:ext cx="8525100" cy="4379100"/>
          </a:xfrm>
          <a:prstGeom prst="rect">
            <a:avLst/>
          </a:prstGeom>
        </p:spPr>
      </p:sp>
      <p:pic>
        <p:nvPicPr>
          <p:cNvPr id="755" name="Google Shape;755;p70" title="Screenshot from 2025-08-04 13-05-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00" y="56375"/>
            <a:ext cx="9033800" cy="497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1"/>
          <p:cNvSpPr txBox="1"/>
          <p:nvPr>
            <p:ph type="title"/>
          </p:nvPr>
        </p:nvSpPr>
        <p:spPr>
          <a:xfrm>
            <a:off x="0" y="88950"/>
            <a:ext cx="4093500" cy="393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Schematic view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71"/>
          <p:cNvSpPr txBox="1"/>
          <p:nvPr>
            <p:ph idx="1" type="body"/>
          </p:nvPr>
        </p:nvSpPr>
        <p:spPr>
          <a:xfrm>
            <a:off x="566250" y="1149575"/>
            <a:ext cx="4093500" cy="3513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71"/>
          <p:cNvSpPr/>
          <p:nvPr>
            <p:ph idx="2" type="pic"/>
          </p:nvPr>
        </p:nvSpPr>
        <p:spPr>
          <a:xfrm>
            <a:off x="73675" y="571500"/>
            <a:ext cx="8499000" cy="4000500"/>
          </a:xfrm>
          <a:prstGeom prst="rect">
            <a:avLst/>
          </a:prstGeom>
        </p:spPr>
      </p:sp>
      <p:pic>
        <p:nvPicPr>
          <p:cNvPr id="763" name="Google Shape;763;p71" title="Screenshot from 2025-08-04 13-12-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482550"/>
            <a:ext cx="8572499" cy="452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2"/>
          <p:cNvSpPr txBox="1"/>
          <p:nvPr>
            <p:ph type="title"/>
          </p:nvPr>
        </p:nvSpPr>
        <p:spPr>
          <a:xfrm>
            <a:off x="3531375" y="319800"/>
            <a:ext cx="5106900" cy="50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Real-World Applications</a:t>
            </a:r>
            <a:endParaRPr/>
          </a:p>
        </p:txBody>
      </p:sp>
      <p:sp>
        <p:nvSpPr>
          <p:cNvPr id="769" name="Google Shape;769;p72"/>
          <p:cNvSpPr txBox="1"/>
          <p:nvPr>
            <p:ph idx="1" type="body"/>
          </p:nvPr>
        </p:nvSpPr>
        <p:spPr>
          <a:xfrm>
            <a:off x="3465600" y="886850"/>
            <a:ext cx="5106900" cy="3609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Fredoka"/>
              <a:buChar char="●"/>
            </a:pPr>
            <a:r>
              <a:rPr lang="en-GB" sz="1600">
                <a:latin typeface="Fredoka"/>
                <a:ea typeface="Fredoka"/>
                <a:cs typeface="Fredoka"/>
                <a:sym typeface="Fredoka"/>
              </a:rPr>
              <a:t>Home Lighting Automation: Automatically control indoor and outdoor lights based on occupancy and ambient light.</a:t>
            </a:r>
            <a:endParaRPr sz="1600">
              <a:latin typeface="Fredoka"/>
              <a:ea typeface="Fredoka"/>
              <a:cs typeface="Fredoka"/>
              <a:sym typeface="Fredok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Fredoka"/>
              <a:buChar char="●"/>
            </a:pPr>
            <a:r>
              <a:rPr lang="en-GB" sz="1600">
                <a:latin typeface="Fredoka"/>
                <a:ea typeface="Fredoka"/>
                <a:cs typeface="Fredoka"/>
                <a:sym typeface="Fredoka"/>
              </a:rPr>
              <a:t>Office Energy Saving: Reduce electricity bills by ensuring lights are only on when needed in office spaces.</a:t>
            </a:r>
            <a:endParaRPr sz="1600">
              <a:latin typeface="Fredoka"/>
              <a:ea typeface="Fredoka"/>
              <a:cs typeface="Fredoka"/>
              <a:sym typeface="Fredok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Fredoka"/>
              <a:buChar char="●"/>
            </a:pPr>
            <a:r>
              <a:rPr lang="en-GB" sz="1600">
                <a:latin typeface="Fredoka"/>
                <a:ea typeface="Fredoka"/>
                <a:cs typeface="Fredoka"/>
                <a:sym typeface="Fredoka"/>
              </a:rPr>
              <a:t>Smart Building Integration: Integrate with building management systems for centralized control and monitoring of lighting.</a:t>
            </a:r>
            <a:endParaRPr sz="1600">
              <a:latin typeface="Fredoka"/>
              <a:ea typeface="Fredoka"/>
              <a:cs typeface="Fredoka"/>
              <a:sym typeface="Fredok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Fredoka"/>
              <a:buChar char="●"/>
            </a:pPr>
            <a:r>
              <a:rPr lang="en-GB" sz="1600">
                <a:latin typeface="Fredoka"/>
                <a:ea typeface="Fredoka"/>
                <a:cs typeface="Fredoka"/>
                <a:sym typeface="Fredoka"/>
              </a:rPr>
              <a:t>Security Systems: Use motion-activated lighting as a deterrent for intruders.</a:t>
            </a:r>
            <a:endParaRPr sz="1600"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770" name="Google Shape;770;p7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529" l="0" r="0" t="6521"/>
          <a:stretch/>
        </p:blipFill>
        <p:spPr>
          <a:xfrm>
            <a:off x="496050" y="571500"/>
            <a:ext cx="23004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3"/>
          <p:cNvSpPr txBox="1"/>
          <p:nvPr>
            <p:ph type="title"/>
          </p:nvPr>
        </p:nvSpPr>
        <p:spPr>
          <a:xfrm>
            <a:off x="566250" y="135675"/>
            <a:ext cx="4093500" cy="393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Benefits of the System</a:t>
            </a:r>
            <a:endParaRPr/>
          </a:p>
        </p:txBody>
      </p:sp>
      <p:sp>
        <p:nvSpPr>
          <p:cNvPr id="776" name="Google Shape;776;p73"/>
          <p:cNvSpPr txBox="1"/>
          <p:nvPr>
            <p:ph idx="1" type="body"/>
          </p:nvPr>
        </p:nvSpPr>
        <p:spPr>
          <a:xfrm>
            <a:off x="566250" y="667350"/>
            <a:ext cx="4093500" cy="35136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Fredoka"/>
              <a:buChar char="●"/>
            </a:pPr>
            <a:r>
              <a:rPr lang="en-GB" sz="1300">
                <a:latin typeface="Fredoka"/>
                <a:ea typeface="Fredoka"/>
                <a:cs typeface="Fredoka"/>
                <a:sym typeface="Fredoka"/>
              </a:rPr>
              <a:t>Energy-Efficient: Reduces energy consumption by only activating lights when necessary.</a:t>
            </a:r>
            <a:endParaRPr sz="13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Fredoka"/>
              <a:ea typeface="Fredoka"/>
              <a:cs typeface="Fredoka"/>
              <a:sym typeface="Fredok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Fredoka"/>
              <a:buChar char="●"/>
            </a:pPr>
            <a:r>
              <a:rPr lang="en-GB" sz="1300">
                <a:latin typeface="Fredoka"/>
                <a:ea typeface="Fredoka"/>
                <a:cs typeface="Fredoka"/>
                <a:sym typeface="Fredoka"/>
              </a:rPr>
              <a:t>Cost-Effective: Low component cost and potential savings on electricity bills.</a:t>
            </a:r>
            <a:endParaRPr sz="1300">
              <a:latin typeface="Fredoka"/>
              <a:ea typeface="Fredoka"/>
              <a:cs typeface="Fredoka"/>
              <a:sym typeface="Fredok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Fredoka"/>
              <a:ea typeface="Fredoka"/>
              <a:cs typeface="Fredoka"/>
              <a:sym typeface="Fredok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Fredoka"/>
              <a:buChar char="●"/>
            </a:pPr>
            <a:r>
              <a:rPr lang="en-GB" sz="1300">
                <a:latin typeface="Fredoka"/>
                <a:ea typeface="Fredoka"/>
                <a:cs typeface="Fredoka"/>
                <a:sym typeface="Fredoka"/>
              </a:rPr>
              <a:t>Scalable: Easily expandable to control multiple lights and integrate with other smart home devices.</a:t>
            </a:r>
            <a:endParaRPr sz="1300">
              <a:latin typeface="Fredoka"/>
              <a:ea typeface="Fredoka"/>
              <a:cs typeface="Fredoka"/>
              <a:sym typeface="Fredok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Fredoka"/>
              <a:ea typeface="Fredoka"/>
              <a:cs typeface="Fredoka"/>
              <a:sym typeface="Fredok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Fredoka"/>
              <a:buChar char="●"/>
            </a:pPr>
            <a:r>
              <a:rPr lang="en-GB" sz="1300">
                <a:latin typeface="Fredoka"/>
                <a:ea typeface="Fredoka"/>
                <a:cs typeface="Fredoka"/>
                <a:sym typeface="Fredoka"/>
              </a:rPr>
              <a:t>Improves User Comfort and Safety: Provides convenient and automatic lighting when and where it's needed, enhancing safety.</a:t>
            </a:r>
            <a:endParaRPr sz="1300">
              <a:latin typeface="Fredoka"/>
              <a:ea typeface="Fredoka"/>
              <a:cs typeface="Fredoka"/>
              <a:sym typeface="Fredok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Fredoka"/>
              <a:ea typeface="Fredoka"/>
              <a:cs typeface="Fredoka"/>
              <a:sym typeface="Fredok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Fredoka"/>
              <a:buChar char="●"/>
            </a:pPr>
            <a:r>
              <a:rPr lang="en-GB" sz="1300">
                <a:latin typeface="Fredoka"/>
                <a:ea typeface="Fredoka"/>
                <a:cs typeface="Fredoka"/>
                <a:sym typeface="Fredoka"/>
              </a:rPr>
              <a:t>Demonstrates IoT Principles: Provides a hands-on example of connecting sensors and actuators for automated control.</a:t>
            </a:r>
            <a:endParaRPr sz="1300"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777" name="Google Shape;777;p7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97" l="0" r="0" t="13997"/>
          <a:stretch/>
        </p:blipFill>
        <p:spPr>
          <a:xfrm>
            <a:off x="5794650" y="571500"/>
            <a:ext cx="2777999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74"/>
          <p:cNvSpPr txBox="1"/>
          <p:nvPr>
            <p:ph type="title"/>
          </p:nvPr>
        </p:nvSpPr>
        <p:spPr>
          <a:xfrm>
            <a:off x="3531375" y="445025"/>
            <a:ext cx="5106900" cy="50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783" name="Google Shape;783;p74"/>
          <p:cNvSpPr txBox="1"/>
          <p:nvPr>
            <p:ph idx="1" type="body"/>
          </p:nvPr>
        </p:nvSpPr>
        <p:spPr>
          <a:xfrm>
            <a:off x="3531375" y="1077925"/>
            <a:ext cx="5106900" cy="32805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Fredoka"/>
                <a:ea typeface="Fredoka"/>
                <a:cs typeface="Fredoka"/>
                <a:sym typeface="Fredoka"/>
              </a:rPr>
              <a:t>This project successfully demonstrates the implementation of a smart home lighting system using Arduino, PIR, and LDR sensors.</a:t>
            </a:r>
            <a:endParaRPr sz="1500">
              <a:latin typeface="Fredoka"/>
              <a:ea typeface="Fredoka"/>
              <a:cs typeface="Fredoka"/>
              <a:sym typeface="Fredok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Fredoka"/>
              <a:buChar char="●"/>
            </a:pPr>
            <a:r>
              <a:rPr lang="en-GB" sz="1500">
                <a:latin typeface="Fredoka"/>
                <a:ea typeface="Fredoka"/>
                <a:cs typeface="Fredoka"/>
                <a:sym typeface="Fredoka"/>
              </a:rPr>
              <a:t>Provides a practical example of automation principles.</a:t>
            </a:r>
            <a:endParaRPr sz="1500">
              <a:latin typeface="Fredoka"/>
              <a:ea typeface="Fredoka"/>
              <a:cs typeface="Fredoka"/>
              <a:sym typeface="Fredok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Fredoka"/>
              <a:buChar char="●"/>
            </a:pPr>
            <a:r>
              <a:rPr lang="en-GB" sz="1500">
                <a:latin typeface="Fredoka"/>
                <a:ea typeface="Fredoka"/>
                <a:cs typeface="Fredoka"/>
                <a:sym typeface="Fredoka"/>
              </a:rPr>
              <a:t>Highlights the potential for energy savings and improved user experience.</a:t>
            </a:r>
            <a:endParaRPr sz="1500">
              <a:latin typeface="Fredoka"/>
              <a:ea typeface="Fredoka"/>
              <a:cs typeface="Fredoka"/>
              <a:sym typeface="Fredok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Fredoka"/>
              <a:buChar char="●"/>
            </a:pPr>
            <a:r>
              <a:rPr lang="en-GB" sz="1500">
                <a:latin typeface="Fredoka"/>
                <a:ea typeface="Fredoka"/>
                <a:cs typeface="Fredoka"/>
                <a:sym typeface="Fredoka"/>
              </a:rPr>
              <a:t>Offers a foundation for more advanced smart home applications.</a:t>
            </a:r>
            <a:endParaRPr sz="1500">
              <a:latin typeface="Fredoka"/>
              <a:ea typeface="Fredoka"/>
              <a:cs typeface="Fredoka"/>
              <a:sym typeface="Fredok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Fredoka"/>
              <a:buChar char="●"/>
            </a:pPr>
            <a:r>
              <a:rPr lang="en-GB" sz="1500">
                <a:latin typeface="Fredoka"/>
                <a:ea typeface="Fredoka"/>
                <a:cs typeface="Fredoka"/>
                <a:sym typeface="Fredoka"/>
              </a:rPr>
              <a:t>This project illustrates a real-world relevant application of IoT and embedded systems concepts using Arduino.</a:t>
            </a:r>
            <a:endParaRPr sz="1500"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784" name="Google Shape;784;p7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529" l="0" r="0" t="6521"/>
          <a:stretch/>
        </p:blipFill>
        <p:spPr>
          <a:xfrm>
            <a:off x="496050" y="571500"/>
            <a:ext cx="2300400" cy="400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ime Slate">
  <a:themeElements>
    <a:clrScheme name="col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2198E4"/>
      </a:accent1>
      <a:accent2>
        <a:srgbClr val="0C62DF"/>
      </a:accent2>
      <a:accent3>
        <a:srgbClr val="006DFE"/>
      </a:accent3>
      <a:accent4>
        <a:srgbClr val="CFDEED"/>
      </a:accent4>
      <a:accent5>
        <a:srgbClr val="0C62DF"/>
      </a:accent5>
      <a:accent6>
        <a:srgbClr val="ECF0F3"/>
      </a:accent6>
      <a:hlink>
        <a:srgbClr val="2198E4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